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8" r:id="rId4"/>
    <p:sldId id="259" r:id="rId5"/>
    <p:sldId id="270" r:id="rId6"/>
    <p:sldId id="266" r:id="rId7"/>
    <p:sldId id="269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A82E1-DE77-4128-AC49-39A1F94B5AE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FCC03-53D4-4F42-AFBF-4AFB531719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7939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974E62-4388-3483-1BC2-BFDDB688B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F4450AF-EF89-062C-D261-52AC74CEA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89A59F-07C5-0333-D31F-FF019F2FA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FFAD-1336-4A63-AE38-2F394C2C9A8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B8FA52-D916-B339-61E6-A37331AB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2892D79-A096-272C-1E6B-2E08A7094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2CE5-38F0-4B02-9AF9-92D17E90D4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0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68769F-F4F6-F38D-ECE6-D42E339C0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C23C7E-8307-BDD5-431F-B514146A9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671183-0230-034B-57FC-424723CA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FFAD-1336-4A63-AE38-2F394C2C9A8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E18D5B-90A0-8F96-A074-6BC99E547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561FC7-8F67-24A6-D0FB-7A211E4B7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2CE5-38F0-4B02-9AF9-92D17E90D4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473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3BE3BA-E757-9DD9-33F9-93FBE2AB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B7E002-7666-7CCA-05B5-DC2A3EED2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191288-A532-70E3-CAE8-F69CAB1DF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FFAD-1336-4A63-AE38-2F394C2C9A8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3EC92C-BF79-4C28-B93C-75624C923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9A44918-91AF-1821-994A-04ABFC8E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2CE5-38F0-4B02-9AF9-92D17E90D4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34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270913-89C2-3B63-78CB-5AC6DF47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9BDD28-6E0A-3FFA-F530-0006683DB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3DBBE1A-459A-5F15-27C6-9DC626359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C4ECF7A-A50C-E1E4-534B-7BAFB6510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FFAD-1336-4A63-AE38-2F394C2C9A8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1A2659-A87C-DA66-C8E5-ACFBDB6E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D2F4CE0-7D6C-D5A3-2E3D-F9759EE90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2CE5-38F0-4B02-9AF9-92D17E90D4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3044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33261D-6B3F-83AB-B2BA-B814C3A37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1A875A3-7BDB-0308-855B-78C9F5699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1A79287-3564-FA35-9E1E-197E773C1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5E49100-17CD-BCB4-9D5B-EA656DA71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14D0692-28CA-EB28-258B-A749BC283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5FE62D0-504D-4A2B-2973-DA5DCABC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FFAD-1336-4A63-AE38-2F394C2C9A8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992CDC5-1A08-9DAC-8EDB-46728545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15EFDF2-5891-BE11-8205-A8710DCE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2CE5-38F0-4B02-9AF9-92D17E90D4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392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C0DA92-F6CB-670F-B7B1-6A479BFF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98F0F42-1864-B6D4-777F-A204C3BF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FFAD-1336-4A63-AE38-2F394C2C9A8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1B1E922-9B5D-E324-E9A7-52872112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7300868-FF95-75D2-5F5F-DE5DD052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2CE5-38F0-4B02-9AF9-92D17E90D4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490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8758357-67D7-9172-DCB6-C3C514931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FFAD-1336-4A63-AE38-2F394C2C9A8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74FB5B5-D7AC-C79B-79A8-8BFB1D67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EF0FB06-1B1D-5DEE-BE41-A42BD3DA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2CE5-38F0-4B02-9AF9-92D17E90D4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2789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77AAD3-EC04-FDEC-C1DE-CDAB5AB57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A4E875-9272-DA78-4C9E-50381C91A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1D09EB6-106C-6C84-5506-768CEAEB6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BC22F5D-F648-BEE4-D58B-66C25D3B8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FFAD-1336-4A63-AE38-2F394C2C9A8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101E1BC-D237-0B1E-E3A1-150ACFA3A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76867D-04D6-D63E-0827-00BD4015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2CE5-38F0-4B02-9AF9-92D17E90D4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363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1770D7-31FA-EDBD-41A8-A3C17590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76BF1FB-DDC2-25CE-A504-4E27FB304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420FA2E-64FF-C06F-B6E8-7CC174F8B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4B9032D-D0DB-46DE-2D9C-E4519B5AB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FFAD-1336-4A63-AE38-2F394C2C9A8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4E3ABF3-83A7-DFAF-93C1-EF263F312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C0B2CC7-315C-1506-5669-C7D83B55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2CE5-38F0-4B02-9AF9-92D17E90D4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436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72623F-C10C-2103-3173-FADB4267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8AEAAFC-B5A6-260E-193C-94B0C3871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84BE33-9699-EFB0-D281-4D460CB12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FFAD-1336-4A63-AE38-2F394C2C9A8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1A9280-AFF4-83A3-5D99-0FEB2769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58EB51-FD55-8038-E54F-47C71972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2CE5-38F0-4B02-9AF9-92D17E90D4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032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10A4009-D80F-B79A-65B3-A020E47ED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30C932E-2031-DA9B-3E49-860E9B559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09E603-9DD0-08BC-224C-33009E9F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FFAD-1336-4A63-AE38-2F394C2C9A8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F60AFB-5259-DDBE-D665-E1E0CCAFF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341B5B1-0D40-2B92-FC52-A8D2C075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2CE5-38F0-4B02-9AF9-92D17E90D4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008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3C6E035-A7B4-9281-8664-2BC5B7B02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BBB49F9-B7F8-CF9E-C5CB-3FE631295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94B21E-0DA9-823F-971C-A320755D0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9CFFAD-1336-4A63-AE38-2F394C2C9A84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25F99D1-5B37-ACFE-3A76-BDB8F1C9D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B6A3ED-01EF-B5F7-8900-26F921DB4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C2CE5-38F0-4B02-9AF9-92D17E90D4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520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C1CD3E5-EB75-DF6E-FA41-84B7D80011E2}"/>
              </a:ext>
            </a:extLst>
          </p:cNvPr>
          <p:cNvSpPr txBox="1"/>
          <p:nvPr/>
        </p:nvSpPr>
        <p:spPr>
          <a:xfrm>
            <a:off x="3759708" y="3167390"/>
            <a:ext cx="4672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TEC_Aurelia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1883788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A86C4F4E-B955-14D8-3F0D-4E4B273EB7BC}"/>
              </a:ext>
            </a:extLst>
          </p:cNvPr>
          <p:cNvSpPr txBox="1"/>
          <p:nvPr/>
        </p:nvSpPr>
        <p:spPr>
          <a:xfrm>
            <a:off x="1702274" y="222898"/>
            <a:ext cx="87152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Study design and sampling schedule during TEC treatment</a:t>
            </a:r>
            <a:endParaRPr lang="it-IT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FE78F8B-3816-8D38-80B3-6D32167C7D92}"/>
              </a:ext>
            </a:extLst>
          </p:cNvPr>
          <p:cNvSpPr txBox="1"/>
          <p:nvPr/>
        </p:nvSpPr>
        <p:spPr>
          <a:xfrm>
            <a:off x="946506" y="4857226"/>
            <a:ext cx="27362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-treatment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TEC treatment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initiation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Follow-up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timepoint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40082A1C-CE16-B83A-C0FD-1BAE1E6C57D7}"/>
              </a:ext>
            </a:extLst>
          </p:cNvPr>
          <p:cNvSpPr/>
          <p:nvPr/>
        </p:nvSpPr>
        <p:spPr>
          <a:xfrm>
            <a:off x="729842" y="4937727"/>
            <a:ext cx="157941" cy="174557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D306661-D52D-3163-6E32-32C9766DB70D}"/>
              </a:ext>
            </a:extLst>
          </p:cNvPr>
          <p:cNvSpPr txBox="1"/>
          <p:nvPr/>
        </p:nvSpPr>
        <p:spPr>
          <a:xfrm>
            <a:off x="4031080" y="4857226"/>
            <a:ext cx="41944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TEC (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daily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administration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from T0 to T36)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Clinical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visit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Faecal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sample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BDA990DB-CCF5-4C50-371E-714DB4CE0570}"/>
              </a:ext>
            </a:extLst>
          </p:cNvPr>
          <p:cNvSpPr/>
          <p:nvPr/>
        </p:nvSpPr>
        <p:spPr>
          <a:xfrm>
            <a:off x="729842" y="5354722"/>
            <a:ext cx="157941" cy="17455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8AEAB75D-EE6C-D8A0-CE7A-BCD861EE5ADE}"/>
              </a:ext>
            </a:extLst>
          </p:cNvPr>
          <p:cNvSpPr/>
          <p:nvPr/>
        </p:nvSpPr>
        <p:spPr>
          <a:xfrm>
            <a:off x="729841" y="5771717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08F9D49E-107F-D077-6909-A0F81B49C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65583" y="4877835"/>
            <a:ext cx="365497" cy="255058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2ECAEBE9-7DB7-019A-60E3-A405612641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82767" y="5274221"/>
            <a:ext cx="417169" cy="330418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3B956039-CD72-E052-D49A-23E6127702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65583" y="5650721"/>
            <a:ext cx="249093" cy="446720"/>
          </a:xfrm>
          <a:prstGeom prst="rect">
            <a:avLst/>
          </a:prstGeom>
        </p:spPr>
      </p:pic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F6CD3A29-4558-0616-C7B8-4195996A3DF7}"/>
              </a:ext>
            </a:extLst>
          </p:cNvPr>
          <p:cNvSpPr/>
          <p:nvPr/>
        </p:nvSpPr>
        <p:spPr>
          <a:xfrm>
            <a:off x="530527" y="4748169"/>
            <a:ext cx="6994398" cy="1456046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3019CAC-0D8B-F0E4-42FE-655AB8A6D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57" y="2889942"/>
            <a:ext cx="11305187" cy="1658913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AB134E7-47A1-6F65-149F-F48B52D4C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927" y="585555"/>
            <a:ext cx="10231053" cy="230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08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2EF21-A48C-BACD-9496-B01729518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ACC65A7F-63EC-7509-90A4-2026E99F8B8F}"/>
              </a:ext>
            </a:extLst>
          </p:cNvPr>
          <p:cNvSpPr txBox="1"/>
          <p:nvPr/>
        </p:nvSpPr>
        <p:spPr>
          <a:xfrm>
            <a:off x="1702274" y="222898"/>
            <a:ext cx="87152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Study design and sampling schedule during TEC treatment</a:t>
            </a:r>
            <a:endParaRPr lang="it-IT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0109DCA-901B-FC28-8ACD-41C8E0CBCE68}"/>
              </a:ext>
            </a:extLst>
          </p:cNvPr>
          <p:cNvSpPr txBox="1"/>
          <p:nvPr/>
        </p:nvSpPr>
        <p:spPr>
          <a:xfrm>
            <a:off x="946506" y="4857226"/>
            <a:ext cx="27362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-treatment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TEC treatment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initiation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Follow-up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timepoint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12F0AD7B-1879-D5AB-23ED-0DD8A475A595}"/>
              </a:ext>
            </a:extLst>
          </p:cNvPr>
          <p:cNvSpPr/>
          <p:nvPr/>
        </p:nvSpPr>
        <p:spPr>
          <a:xfrm>
            <a:off x="729842" y="4937727"/>
            <a:ext cx="157941" cy="174557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104B78B-DA9F-4D45-D8F9-59EB705148A4}"/>
              </a:ext>
            </a:extLst>
          </p:cNvPr>
          <p:cNvSpPr txBox="1"/>
          <p:nvPr/>
        </p:nvSpPr>
        <p:spPr>
          <a:xfrm>
            <a:off x="4031080" y="4857226"/>
            <a:ext cx="41944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TEC (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daily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administration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from T0 to T36)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Clinical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visit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Faecal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sample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74882B00-621F-88C3-5C51-97BCEA514DCE}"/>
              </a:ext>
            </a:extLst>
          </p:cNvPr>
          <p:cNvSpPr/>
          <p:nvPr/>
        </p:nvSpPr>
        <p:spPr>
          <a:xfrm>
            <a:off x="729842" y="5354722"/>
            <a:ext cx="157941" cy="17455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9B1FECC7-0BDB-893E-DA63-97B6CE68F20C}"/>
              </a:ext>
            </a:extLst>
          </p:cNvPr>
          <p:cNvSpPr/>
          <p:nvPr/>
        </p:nvSpPr>
        <p:spPr>
          <a:xfrm>
            <a:off x="729841" y="5771717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CDA76302-74D8-DE66-0CAE-AC113CA4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65583" y="4877835"/>
            <a:ext cx="365497" cy="255058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9E81EAFE-5AC7-D622-E84F-F058A9A869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82767" y="5274221"/>
            <a:ext cx="417169" cy="330418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07FC5480-99CC-6E62-866A-CB964DFB0D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65583" y="5650721"/>
            <a:ext cx="249093" cy="446720"/>
          </a:xfrm>
          <a:prstGeom prst="rect">
            <a:avLst/>
          </a:prstGeom>
        </p:spPr>
      </p:pic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7A71D8D6-D919-F55E-6A13-7DA88C746DE2}"/>
              </a:ext>
            </a:extLst>
          </p:cNvPr>
          <p:cNvSpPr/>
          <p:nvPr/>
        </p:nvSpPr>
        <p:spPr>
          <a:xfrm>
            <a:off x="530527" y="4748169"/>
            <a:ext cx="6994398" cy="1456046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929C6DD-1BCC-9FD2-E82D-88946D928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18" y="2879107"/>
            <a:ext cx="10854563" cy="158722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C7D7C844-7418-74A1-4FF0-129D693C5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1799" y="601652"/>
            <a:ext cx="10111482" cy="227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39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4A057F61-CFC8-514B-A466-43E54AAAE620}"/>
              </a:ext>
            </a:extLst>
          </p:cNvPr>
          <p:cNvSpPr txBox="1"/>
          <p:nvPr/>
        </p:nvSpPr>
        <p:spPr>
          <a:xfrm>
            <a:off x="3759708" y="3167390"/>
            <a:ext cx="4672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MAV_Elisa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98272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61D0B4D-1CE6-A3F6-2DFF-C898407FE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" r="2632" b="-1"/>
          <a:stretch>
            <a:fillRect/>
          </a:stretch>
        </p:blipFill>
        <p:spPr>
          <a:xfrm>
            <a:off x="0" y="1281"/>
            <a:ext cx="12289536" cy="691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34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45AC506-48C8-3DCC-20B4-5673AB921548}"/>
              </a:ext>
            </a:extLst>
          </p:cNvPr>
          <p:cNvSpPr txBox="1"/>
          <p:nvPr/>
        </p:nvSpPr>
        <p:spPr>
          <a:xfrm>
            <a:off x="3759708" y="3167390"/>
            <a:ext cx="4672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TEC+MAV_Cecilia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3226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90796A8-F4AC-EAE0-672E-9E84C4E5A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036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69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Aurelia Bagetto</dc:creator>
  <cp:lastModifiedBy>Aurelia Bagetto</cp:lastModifiedBy>
  <cp:revision>8</cp:revision>
  <dcterms:created xsi:type="dcterms:W3CDTF">2026-09-24T10:04:10Z</dcterms:created>
  <dcterms:modified xsi:type="dcterms:W3CDTF">2026-09-25T07:47:36Z</dcterms:modified>
</cp:coreProperties>
</file>