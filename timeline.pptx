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63" r:id="rId3"/>
    <p:sldId id="262" r:id="rId4"/>
    <p:sldId id="264" r:id="rId5"/>
    <p:sldId id="267" r:id="rId6"/>
    <p:sldId id="265" r:id="rId7"/>
    <p:sldId id="266" r:id="rId8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D29AC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70" d="100"/>
          <a:sy n="70" d="100"/>
        </p:scale>
        <p:origin x="46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7A453FD-1B3E-7871-2D15-412DF3D7AE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0B6F150F-ACD2-E962-7223-714ED1C4F0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9178634-8ED4-C40D-0619-32D036F07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48D31-35A9-4AD0-8607-AE7BD7F33EBA}" type="datetimeFigureOut">
              <a:rPr lang="it-IT" smtClean="0"/>
              <a:t>24/09/2026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AF88921-0333-1844-2C3A-370FAA8BC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50C59E3-48F1-60AD-C4DA-EB5516625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7B90B-2BB5-40CD-A095-2976AB1DB1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43167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C52D3B3-77ED-9325-42A1-5AA1399CF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E8C4F24-AD72-9088-D556-D9E7AB4B19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B0E941C-1321-FBA6-9481-1D717C5DA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48D31-35A9-4AD0-8607-AE7BD7F33EBA}" type="datetimeFigureOut">
              <a:rPr lang="it-IT" smtClean="0"/>
              <a:t>24/09/2026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0A5D0A7-35B7-D56F-0815-35DB9221B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EE9568E-0E7D-E708-6CC0-4D97FA04F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7B90B-2BB5-40CD-A095-2976AB1DB1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04934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1AAC4E9-686D-B45B-273C-A07176A36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F98C00A-6035-4004-2474-1D383DA22C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DB9DA78-1A03-7374-F264-F720C354CA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48D31-35A9-4AD0-8607-AE7BD7F33EBA}" type="datetimeFigureOut">
              <a:rPr lang="it-IT" smtClean="0"/>
              <a:t>24/09/2026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5B74715-1717-82FF-53B9-8C9E3E2FF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3BD71F1-0832-88E2-F5BB-BD25A0058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7B90B-2BB5-40CD-A095-2976AB1DB1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238223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BFBB500-731E-9E66-8B97-3DD18EC1D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77A3EE8-F25B-9D31-ED3A-75762BF6D5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EB014E15-3537-253B-22E1-9DA5C61D8A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2F22FE81-01E4-DFAB-4874-0B0CD702A5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48D31-35A9-4AD0-8607-AE7BD7F33EBA}" type="datetimeFigureOut">
              <a:rPr lang="it-IT" smtClean="0"/>
              <a:t>24/09/2026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D4C1FAD-E534-4238-C8EF-188AC1D01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BC78A300-31A7-5C87-686E-C8FC57028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7B90B-2BB5-40CD-A095-2976AB1DB1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00062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08CE0AF-6FC6-17E7-63E1-258D0BD434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45CD85C0-2954-1DFD-76EC-4D9A16A77F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556F0245-6029-4E75-4ACD-08FDDB587A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13458920-CB5E-3D72-D3B0-9C7CF7AF61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74BAD761-A587-3469-A339-76EB9A864C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0959ED72-195F-F08F-0114-FB6B8F90E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48D31-35A9-4AD0-8607-AE7BD7F33EBA}" type="datetimeFigureOut">
              <a:rPr lang="it-IT" smtClean="0"/>
              <a:t>24/09/2026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FAE8D29C-1D41-D34D-3A7C-B62599A99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F6A436C7-F60D-386F-9015-EE13E8AC7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7B90B-2BB5-40CD-A095-2976AB1DB1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94467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0C09DAA-DC17-F833-8BBF-E4CAC3114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607C0CD2-4053-1C94-C153-5CF34F48D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48D31-35A9-4AD0-8607-AE7BD7F33EBA}" type="datetimeFigureOut">
              <a:rPr lang="it-IT" smtClean="0"/>
              <a:t>24/09/2026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8E4E8B9-7A3F-33DF-3D08-5090C4EDB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F4767B35-6A87-23AC-EFDB-368081703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7B90B-2BB5-40CD-A095-2976AB1DB1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527193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211302CC-D187-5929-4BF7-F44370F9B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48D31-35A9-4AD0-8607-AE7BD7F33EBA}" type="datetimeFigureOut">
              <a:rPr lang="it-IT" smtClean="0"/>
              <a:t>24/09/2026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478185D7-D514-4FC1-9DB8-4B24E7786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67994DB-E418-DB6F-D1CB-A3AD58F02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7B90B-2BB5-40CD-A095-2976AB1DB1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931712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A28F590-A8FF-9BDA-35D1-E8FBE2C063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4FD80E4-E8CC-3AB6-B6F8-0BCACF3362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5F029448-BBA7-6BC7-5E46-8A9AE7A132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2D138665-6E48-EE5D-6DBC-5E3F6DAF04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48D31-35A9-4AD0-8607-AE7BD7F33EBA}" type="datetimeFigureOut">
              <a:rPr lang="it-IT" smtClean="0"/>
              <a:t>24/09/2026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51648289-7421-7407-A1A5-C70DF6753D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D11D7166-DB6B-B0EB-9D14-043F0AA1B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7B90B-2BB5-40CD-A095-2976AB1DB1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976125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560D622-05F9-2E5F-0407-70138D7A8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C9B783DA-6031-16E8-EF84-FD3AEFF2FA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8262E59F-B17C-0EDA-9ACE-FFF310B7C3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651C7762-FEE1-148F-5FEF-7E2F11B73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48D31-35A9-4AD0-8607-AE7BD7F33EBA}" type="datetimeFigureOut">
              <a:rPr lang="it-IT" smtClean="0"/>
              <a:t>24/09/2026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D5F39CA8-5D7B-D649-DD29-907CC251C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17C3F739-F60D-C9C2-A28D-AB7AD966E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7B90B-2BB5-40CD-A095-2976AB1DB1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91817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970C35F-6E81-741B-9F0C-F4197E5D0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A12CB441-C772-A815-AA76-DC2B7F606B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F76C688-F0FF-77A3-7942-DD25D8167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48D31-35A9-4AD0-8607-AE7BD7F33EBA}" type="datetimeFigureOut">
              <a:rPr lang="it-IT" smtClean="0"/>
              <a:t>24/09/2026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F333552-29D4-8209-DA25-AAF0816E7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AF4CA7C-0017-9B3E-6ADE-C98558F62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7B90B-2BB5-40CD-A095-2976AB1DB1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427503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5F6AAF6E-B61D-68A8-B6DD-D8D8263D2D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A30F519C-C955-4AF0-6694-89E5411623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2F61F94-95A3-3D17-73CA-A2E64CF71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48D31-35A9-4AD0-8607-AE7BD7F33EBA}" type="datetimeFigureOut">
              <a:rPr lang="it-IT" smtClean="0"/>
              <a:t>24/09/2026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DAB8ADB-EACD-984D-A00E-6B23E5550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704A3D7-FAC9-09BB-DD57-136AE451C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7B90B-2BB5-40CD-A095-2976AB1DB1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459457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93602B80-AB3A-00DD-DD51-5B1A33068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ECBCEC22-E957-F41D-76F5-770BF55193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CE972D8-CD24-7B29-11DA-E8AB5D025F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B48D31-35A9-4AD0-8607-AE7BD7F33EBA}" type="datetimeFigureOut">
              <a:rPr lang="it-IT" smtClean="0"/>
              <a:t>24/09/2026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EFE94FF-2521-7878-E6DB-8ED2524204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79C4B4D-3B0A-A5EE-8B8E-110A4CEF78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27B90B-2BB5-40CD-A095-2976AB1DB1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96932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A90004-675C-2859-FDB1-434E1C82C3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nettore diritto 4">
            <a:extLst>
              <a:ext uri="{FF2B5EF4-FFF2-40B4-BE49-F238E27FC236}">
                <a16:creationId xmlns:a16="http://schemas.microsoft.com/office/drawing/2014/main" id="{16C4923C-B40B-1D53-E06C-387EB28CC0F0}"/>
              </a:ext>
            </a:extLst>
          </p:cNvPr>
          <p:cNvCxnSpPr/>
          <p:nvPr/>
        </p:nvCxnSpPr>
        <p:spPr>
          <a:xfrm>
            <a:off x="-194326" y="4389842"/>
            <a:ext cx="12427889" cy="0"/>
          </a:xfrm>
          <a:prstGeom prst="line">
            <a:avLst/>
          </a:prstGeom>
          <a:ln w="3810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e 5">
            <a:extLst>
              <a:ext uri="{FF2B5EF4-FFF2-40B4-BE49-F238E27FC236}">
                <a16:creationId xmlns:a16="http://schemas.microsoft.com/office/drawing/2014/main" id="{01B644ED-DF4F-33BE-B04D-982BC2AC3FC1}"/>
              </a:ext>
            </a:extLst>
          </p:cNvPr>
          <p:cNvSpPr/>
          <p:nvPr/>
        </p:nvSpPr>
        <p:spPr>
          <a:xfrm>
            <a:off x="572358" y="4302563"/>
            <a:ext cx="157941" cy="174557"/>
          </a:xfrm>
          <a:prstGeom prst="ellipse">
            <a:avLst/>
          </a:prstGeom>
          <a:solidFill>
            <a:srgbClr val="FF0000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Ovale 6">
            <a:extLst>
              <a:ext uri="{FF2B5EF4-FFF2-40B4-BE49-F238E27FC236}">
                <a16:creationId xmlns:a16="http://schemas.microsoft.com/office/drawing/2014/main" id="{DC6649A6-CF83-C80D-135D-6E65517AF83A}"/>
              </a:ext>
            </a:extLst>
          </p:cNvPr>
          <p:cNvSpPr/>
          <p:nvPr/>
        </p:nvSpPr>
        <p:spPr>
          <a:xfrm>
            <a:off x="1370841" y="4285474"/>
            <a:ext cx="157941" cy="174557"/>
          </a:xfrm>
          <a:prstGeom prst="ellipse">
            <a:avLst/>
          </a:prstGeom>
          <a:solidFill>
            <a:srgbClr val="D29ACB"/>
          </a:solidFill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Ovale 7">
            <a:extLst>
              <a:ext uri="{FF2B5EF4-FFF2-40B4-BE49-F238E27FC236}">
                <a16:creationId xmlns:a16="http://schemas.microsoft.com/office/drawing/2014/main" id="{A249E246-06BC-DDED-AE40-83EFD9F55031}"/>
              </a:ext>
            </a:extLst>
          </p:cNvPr>
          <p:cNvSpPr/>
          <p:nvPr/>
        </p:nvSpPr>
        <p:spPr>
          <a:xfrm>
            <a:off x="1918178" y="4297700"/>
            <a:ext cx="157941" cy="174557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Ovale 8">
            <a:extLst>
              <a:ext uri="{FF2B5EF4-FFF2-40B4-BE49-F238E27FC236}">
                <a16:creationId xmlns:a16="http://schemas.microsoft.com/office/drawing/2014/main" id="{0EA1C082-E5EB-0C68-357E-E31071CA81BB}"/>
              </a:ext>
            </a:extLst>
          </p:cNvPr>
          <p:cNvSpPr/>
          <p:nvPr/>
        </p:nvSpPr>
        <p:spPr>
          <a:xfrm>
            <a:off x="3500747" y="4307432"/>
            <a:ext cx="157941" cy="174557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Ovale 9">
            <a:extLst>
              <a:ext uri="{FF2B5EF4-FFF2-40B4-BE49-F238E27FC236}">
                <a16:creationId xmlns:a16="http://schemas.microsoft.com/office/drawing/2014/main" id="{CBB67E1F-B86A-814A-6B45-A8CCBC42AD43}"/>
              </a:ext>
            </a:extLst>
          </p:cNvPr>
          <p:cNvSpPr/>
          <p:nvPr/>
        </p:nvSpPr>
        <p:spPr>
          <a:xfrm>
            <a:off x="5148595" y="4302564"/>
            <a:ext cx="157941" cy="174557"/>
          </a:xfrm>
          <a:prstGeom prst="ellipse">
            <a:avLst/>
          </a:prstGeom>
          <a:solidFill>
            <a:srgbClr val="D29ACB"/>
          </a:solidFill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" name="Ovale 11">
            <a:extLst>
              <a:ext uri="{FF2B5EF4-FFF2-40B4-BE49-F238E27FC236}">
                <a16:creationId xmlns:a16="http://schemas.microsoft.com/office/drawing/2014/main" id="{7823B3C1-7451-D29B-0AD5-F36542B92FC7}"/>
              </a:ext>
            </a:extLst>
          </p:cNvPr>
          <p:cNvSpPr/>
          <p:nvPr/>
        </p:nvSpPr>
        <p:spPr>
          <a:xfrm>
            <a:off x="6975925" y="4302563"/>
            <a:ext cx="157941" cy="174557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" name="Ovale 15">
            <a:extLst>
              <a:ext uri="{FF2B5EF4-FFF2-40B4-BE49-F238E27FC236}">
                <a16:creationId xmlns:a16="http://schemas.microsoft.com/office/drawing/2014/main" id="{3DA20EEA-3417-0630-32CE-E34FFE3DBB59}"/>
              </a:ext>
            </a:extLst>
          </p:cNvPr>
          <p:cNvSpPr/>
          <p:nvPr/>
        </p:nvSpPr>
        <p:spPr>
          <a:xfrm>
            <a:off x="11424860" y="4302563"/>
            <a:ext cx="157941" cy="174557"/>
          </a:xfrm>
          <a:prstGeom prst="ellipse">
            <a:avLst/>
          </a:prstGeom>
          <a:solidFill>
            <a:srgbClr val="D29ACB"/>
          </a:solidFill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7" name="Ovale 16">
            <a:extLst>
              <a:ext uri="{FF2B5EF4-FFF2-40B4-BE49-F238E27FC236}">
                <a16:creationId xmlns:a16="http://schemas.microsoft.com/office/drawing/2014/main" id="{96BD84E4-7278-57A4-D56C-701020A5357A}"/>
              </a:ext>
            </a:extLst>
          </p:cNvPr>
          <p:cNvSpPr/>
          <p:nvPr/>
        </p:nvSpPr>
        <p:spPr>
          <a:xfrm>
            <a:off x="8795628" y="4311786"/>
            <a:ext cx="157941" cy="174557"/>
          </a:xfrm>
          <a:prstGeom prst="ellipse">
            <a:avLst/>
          </a:prstGeom>
          <a:solidFill>
            <a:srgbClr val="D29ACB"/>
          </a:solidFill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5" name="CasellaDiTesto 34">
            <a:extLst>
              <a:ext uri="{FF2B5EF4-FFF2-40B4-BE49-F238E27FC236}">
                <a16:creationId xmlns:a16="http://schemas.microsoft.com/office/drawing/2014/main" id="{D84EC7B2-BC5C-932D-5E77-CEA03D542858}"/>
              </a:ext>
            </a:extLst>
          </p:cNvPr>
          <p:cNvSpPr txBox="1"/>
          <p:nvPr/>
        </p:nvSpPr>
        <p:spPr>
          <a:xfrm>
            <a:off x="1286225" y="3946770"/>
            <a:ext cx="432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T0</a:t>
            </a:r>
          </a:p>
        </p:txBody>
      </p:sp>
      <p:sp>
        <p:nvSpPr>
          <p:cNvPr id="37" name="CasellaDiTesto 36">
            <a:extLst>
              <a:ext uri="{FF2B5EF4-FFF2-40B4-BE49-F238E27FC236}">
                <a16:creationId xmlns:a16="http://schemas.microsoft.com/office/drawing/2014/main" id="{E0949D2C-FA44-9584-EAAD-F89E8B20DA5A}"/>
              </a:ext>
            </a:extLst>
          </p:cNvPr>
          <p:cNvSpPr txBox="1"/>
          <p:nvPr/>
        </p:nvSpPr>
        <p:spPr>
          <a:xfrm>
            <a:off x="1795911" y="3946770"/>
            <a:ext cx="432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T1</a:t>
            </a:r>
          </a:p>
        </p:txBody>
      </p:sp>
      <p:sp>
        <p:nvSpPr>
          <p:cNvPr id="38" name="CasellaDiTesto 37">
            <a:extLst>
              <a:ext uri="{FF2B5EF4-FFF2-40B4-BE49-F238E27FC236}">
                <a16:creationId xmlns:a16="http://schemas.microsoft.com/office/drawing/2014/main" id="{BC3A775E-33EA-AA96-A8DE-E4036EC05021}"/>
              </a:ext>
            </a:extLst>
          </p:cNvPr>
          <p:cNvSpPr txBox="1"/>
          <p:nvPr/>
        </p:nvSpPr>
        <p:spPr>
          <a:xfrm>
            <a:off x="3389997" y="3944435"/>
            <a:ext cx="432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T6</a:t>
            </a:r>
          </a:p>
        </p:txBody>
      </p:sp>
      <p:sp>
        <p:nvSpPr>
          <p:cNvPr id="39" name="CasellaDiTesto 38">
            <a:extLst>
              <a:ext uri="{FF2B5EF4-FFF2-40B4-BE49-F238E27FC236}">
                <a16:creationId xmlns:a16="http://schemas.microsoft.com/office/drawing/2014/main" id="{33A36A17-E664-D1E2-373B-20E61EB4004E}"/>
              </a:ext>
            </a:extLst>
          </p:cNvPr>
          <p:cNvSpPr txBox="1"/>
          <p:nvPr/>
        </p:nvSpPr>
        <p:spPr>
          <a:xfrm>
            <a:off x="4938904" y="3939849"/>
            <a:ext cx="567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T12</a:t>
            </a:r>
          </a:p>
        </p:txBody>
      </p:sp>
      <p:sp>
        <p:nvSpPr>
          <p:cNvPr id="41" name="CasellaDiTesto 40">
            <a:extLst>
              <a:ext uri="{FF2B5EF4-FFF2-40B4-BE49-F238E27FC236}">
                <a16:creationId xmlns:a16="http://schemas.microsoft.com/office/drawing/2014/main" id="{5511AEE8-16A3-B6DB-385C-AFD34445BDCD}"/>
              </a:ext>
            </a:extLst>
          </p:cNvPr>
          <p:cNvSpPr txBox="1"/>
          <p:nvPr/>
        </p:nvSpPr>
        <p:spPr>
          <a:xfrm>
            <a:off x="6750621" y="3936699"/>
            <a:ext cx="6677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T18</a:t>
            </a:r>
          </a:p>
        </p:txBody>
      </p:sp>
      <p:sp>
        <p:nvSpPr>
          <p:cNvPr id="42" name="CasellaDiTesto 41">
            <a:extLst>
              <a:ext uri="{FF2B5EF4-FFF2-40B4-BE49-F238E27FC236}">
                <a16:creationId xmlns:a16="http://schemas.microsoft.com/office/drawing/2014/main" id="{771926C0-85D1-1444-F69B-293060768591}"/>
              </a:ext>
            </a:extLst>
          </p:cNvPr>
          <p:cNvSpPr txBox="1"/>
          <p:nvPr/>
        </p:nvSpPr>
        <p:spPr>
          <a:xfrm>
            <a:off x="8578139" y="3944435"/>
            <a:ext cx="5451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T24</a:t>
            </a:r>
          </a:p>
        </p:txBody>
      </p:sp>
      <p:sp>
        <p:nvSpPr>
          <p:cNvPr id="43" name="CasellaDiTesto 42">
            <a:extLst>
              <a:ext uri="{FF2B5EF4-FFF2-40B4-BE49-F238E27FC236}">
                <a16:creationId xmlns:a16="http://schemas.microsoft.com/office/drawing/2014/main" id="{EA1E164D-44B1-962C-2E91-A6421A04CDCF}"/>
              </a:ext>
            </a:extLst>
          </p:cNvPr>
          <p:cNvSpPr txBox="1"/>
          <p:nvPr/>
        </p:nvSpPr>
        <p:spPr>
          <a:xfrm>
            <a:off x="11214866" y="3932751"/>
            <a:ext cx="5451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T36</a:t>
            </a:r>
          </a:p>
        </p:txBody>
      </p:sp>
      <p:cxnSp>
        <p:nvCxnSpPr>
          <p:cNvPr id="3" name="Connettore diritto 2">
            <a:extLst>
              <a:ext uri="{FF2B5EF4-FFF2-40B4-BE49-F238E27FC236}">
                <a16:creationId xmlns:a16="http://schemas.microsoft.com/office/drawing/2014/main" id="{4546E49E-1106-ACF8-CACB-F477849D8C97}"/>
              </a:ext>
            </a:extLst>
          </p:cNvPr>
          <p:cNvCxnSpPr>
            <a:cxnSpLocks/>
            <a:stCxn id="7" idx="4"/>
          </p:cNvCxnSpPr>
          <p:nvPr/>
        </p:nvCxnSpPr>
        <p:spPr>
          <a:xfrm>
            <a:off x="1449812" y="4460031"/>
            <a:ext cx="0" cy="751585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ttore diritto 12">
            <a:extLst>
              <a:ext uri="{FF2B5EF4-FFF2-40B4-BE49-F238E27FC236}">
                <a16:creationId xmlns:a16="http://schemas.microsoft.com/office/drawing/2014/main" id="{847A2DAC-78F8-1948-89A8-07CD74894EA9}"/>
              </a:ext>
            </a:extLst>
          </p:cNvPr>
          <p:cNvCxnSpPr>
            <a:cxnSpLocks/>
          </p:cNvCxnSpPr>
          <p:nvPr/>
        </p:nvCxnSpPr>
        <p:spPr>
          <a:xfrm>
            <a:off x="1997148" y="4475142"/>
            <a:ext cx="0" cy="751585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ttore diritto 17">
            <a:extLst>
              <a:ext uri="{FF2B5EF4-FFF2-40B4-BE49-F238E27FC236}">
                <a16:creationId xmlns:a16="http://schemas.microsoft.com/office/drawing/2014/main" id="{C9DE001D-73EB-BCB8-58D2-7ECC760B05A8}"/>
              </a:ext>
            </a:extLst>
          </p:cNvPr>
          <p:cNvCxnSpPr>
            <a:cxnSpLocks/>
          </p:cNvCxnSpPr>
          <p:nvPr/>
        </p:nvCxnSpPr>
        <p:spPr>
          <a:xfrm>
            <a:off x="5215172" y="4475143"/>
            <a:ext cx="0" cy="751585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ttore diritto 21">
            <a:extLst>
              <a:ext uri="{FF2B5EF4-FFF2-40B4-BE49-F238E27FC236}">
                <a16:creationId xmlns:a16="http://schemas.microsoft.com/office/drawing/2014/main" id="{A2EDCD15-92CB-89E0-B4C6-90F582376511}"/>
              </a:ext>
            </a:extLst>
          </p:cNvPr>
          <p:cNvCxnSpPr>
            <a:cxnSpLocks/>
          </p:cNvCxnSpPr>
          <p:nvPr/>
        </p:nvCxnSpPr>
        <p:spPr>
          <a:xfrm>
            <a:off x="8874599" y="4475143"/>
            <a:ext cx="0" cy="751585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ttore diritto 27">
            <a:extLst>
              <a:ext uri="{FF2B5EF4-FFF2-40B4-BE49-F238E27FC236}">
                <a16:creationId xmlns:a16="http://schemas.microsoft.com/office/drawing/2014/main" id="{4665CF13-4815-A482-C479-003BD065DF34}"/>
              </a:ext>
            </a:extLst>
          </p:cNvPr>
          <p:cNvCxnSpPr>
            <a:cxnSpLocks/>
          </p:cNvCxnSpPr>
          <p:nvPr/>
        </p:nvCxnSpPr>
        <p:spPr>
          <a:xfrm>
            <a:off x="11499710" y="4475143"/>
            <a:ext cx="0" cy="751585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3" name="Immagine 52">
            <a:extLst>
              <a:ext uri="{FF2B5EF4-FFF2-40B4-BE49-F238E27FC236}">
                <a16:creationId xmlns:a16="http://schemas.microsoft.com/office/drawing/2014/main" id="{E3C1B466-64A3-359A-4DE6-8F791A7EBA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9997" y="5303908"/>
            <a:ext cx="613950" cy="486279"/>
          </a:xfrm>
          <a:prstGeom prst="rect">
            <a:avLst/>
          </a:prstGeom>
        </p:spPr>
      </p:pic>
      <p:cxnSp>
        <p:nvCxnSpPr>
          <p:cNvPr id="54" name="Connettore diritto 53">
            <a:extLst>
              <a:ext uri="{FF2B5EF4-FFF2-40B4-BE49-F238E27FC236}">
                <a16:creationId xmlns:a16="http://schemas.microsoft.com/office/drawing/2014/main" id="{791B98EE-4BFC-7202-37DD-5D5B64F0A6AB}"/>
              </a:ext>
            </a:extLst>
          </p:cNvPr>
          <p:cNvCxnSpPr>
            <a:cxnSpLocks/>
          </p:cNvCxnSpPr>
          <p:nvPr/>
        </p:nvCxnSpPr>
        <p:spPr>
          <a:xfrm>
            <a:off x="3579717" y="4475142"/>
            <a:ext cx="0" cy="751585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5" name="Immagine 54">
            <a:extLst>
              <a:ext uri="{FF2B5EF4-FFF2-40B4-BE49-F238E27FC236}">
                <a16:creationId xmlns:a16="http://schemas.microsoft.com/office/drawing/2014/main" id="{CF05A7AF-5E72-FF52-B7F0-7B944AD847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7460" y="5318873"/>
            <a:ext cx="613950" cy="486279"/>
          </a:xfrm>
          <a:prstGeom prst="rect">
            <a:avLst/>
          </a:prstGeom>
        </p:spPr>
      </p:pic>
      <p:cxnSp>
        <p:nvCxnSpPr>
          <p:cNvPr id="56" name="Connettore diritto 55">
            <a:extLst>
              <a:ext uri="{FF2B5EF4-FFF2-40B4-BE49-F238E27FC236}">
                <a16:creationId xmlns:a16="http://schemas.microsoft.com/office/drawing/2014/main" id="{AA72964E-297A-D853-280C-71C86C09871E}"/>
              </a:ext>
            </a:extLst>
          </p:cNvPr>
          <p:cNvCxnSpPr>
            <a:cxnSpLocks/>
          </p:cNvCxnSpPr>
          <p:nvPr/>
        </p:nvCxnSpPr>
        <p:spPr>
          <a:xfrm>
            <a:off x="7057180" y="4490107"/>
            <a:ext cx="0" cy="751585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8" name="Immagine 57">
            <a:extLst>
              <a:ext uri="{FF2B5EF4-FFF2-40B4-BE49-F238E27FC236}">
                <a16:creationId xmlns:a16="http://schemas.microsoft.com/office/drawing/2014/main" id="{838E3608-DBC8-AECD-6E90-011B957F1B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1009" y="5226427"/>
            <a:ext cx="638243" cy="1157448"/>
          </a:xfrm>
          <a:prstGeom prst="rect">
            <a:avLst/>
          </a:prstGeom>
        </p:spPr>
      </p:pic>
      <p:pic>
        <p:nvPicPr>
          <p:cNvPr id="59" name="Immagine 58">
            <a:extLst>
              <a:ext uri="{FF2B5EF4-FFF2-40B4-BE49-F238E27FC236}">
                <a16:creationId xmlns:a16="http://schemas.microsoft.com/office/drawing/2014/main" id="{8E35A06D-8866-0881-D5E3-71A587DD30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9253" y="5213129"/>
            <a:ext cx="638243" cy="1157448"/>
          </a:xfrm>
          <a:prstGeom prst="rect">
            <a:avLst/>
          </a:prstGeom>
        </p:spPr>
      </p:pic>
      <p:sp>
        <p:nvSpPr>
          <p:cNvPr id="71" name="CasellaDiTesto 70">
            <a:extLst>
              <a:ext uri="{FF2B5EF4-FFF2-40B4-BE49-F238E27FC236}">
                <a16:creationId xmlns:a16="http://schemas.microsoft.com/office/drawing/2014/main" id="{EA372BCC-BD64-0960-A28F-13D7318F6379}"/>
              </a:ext>
            </a:extLst>
          </p:cNvPr>
          <p:cNvSpPr txBox="1"/>
          <p:nvPr/>
        </p:nvSpPr>
        <p:spPr>
          <a:xfrm>
            <a:off x="2719767" y="535167"/>
            <a:ext cx="640356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TEC therapy and sample collection timeline</a:t>
            </a:r>
            <a:endParaRPr lang="it-IT" sz="2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3" name="Immagine 72">
            <a:extLst>
              <a:ext uri="{FF2B5EF4-FFF2-40B4-BE49-F238E27FC236}">
                <a16:creationId xmlns:a16="http://schemas.microsoft.com/office/drawing/2014/main" id="{F4D74589-9243-8508-363F-844999C402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0189" y="1981880"/>
            <a:ext cx="455575" cy="360838"/>
          </a:xfrm>
          <a:prstGeom prst="rect">
            <a:avLst/>
          </a:prstGeom>
        </p:spPr>
      </p:pic>
      <p:pic>
        <p:nvPicPr>
          <p:cNvPr id="74" name="Immagine 73">
            <a:extLst>
              <a:ext uri="{FF2B5EF4-FFF2-40B4-BE49-F238E27FC236}">
                <a16:creationId xmlns:a16="http://schemas.microsoft.com/office/drawing/2014/main" id="{812F1A7D-E682-A2E9-31BE-2422CF7EFC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46617" y="2501524"/>
            <a:ext cx="217799" cy="486279"/>
          </a:xfrm>
          <a:prstGeom prst="rect">
            <a:avLst/>
          </a:prstGeom>
        </p:spPr>
      </p:pic>
      <p:sp>
        <p:nvSpPr>
          <p:cNvPr id="76" name="CasellaDiTesto 75">
            <a:extLst>
              <a:ext uri="{FF2B5EF4-FFF2-40B4-BE49-F238E27FC236}">
                <a16:creationId xmlns:a16="http://schemas.microsoft.com/office/drawing/2014/main" id="{6454F03E-9079-8293-6C52-465D03CF04EF}"/>
              </a:ext>
            </a:extLst>
          </p:cNvPr>
          <p:cNvSpPr txBox="1"/>
          <p:nvPr/>
        </p:nvSpPr>
        <p:spPr>
          <a:xfrm>
            <a:off x="10426879" y="2031559"/>
            <a:ext cx="12706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dirty="0">
                <a:latin typeface="Arial" panose="020B0604020202020204" pitchFamily="34" charset="0"/>
                <a:cs typeface="Arial" panose="020B0604020202020204" pitchFamily="34" charset="0"/>
              </a:rPr>
              <a:t>Follow-up </a:t>
            </a:r>
            <a:r>
              <a:rPr lang="it-IT" sz="1200" dirty="0" err="1">
                <a:latin typeface="Arial" panose="020B0604020202020204" pitchFamily="34" charset="0"/>
                <a:cs typeface="Arial" panose="020B0604020202020204" pitchFamily="34" charset="0"/>
              </a:rPr>
              <a:t>visit</a:t>
            </a:r>
            <a:endParaRPr lang="it-IT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7" name="CasellaDiTesto 76">
            <a:extLst>
              <a:ext uri="{FF2B5EF4-FFF2-40B4-BE49-F238E27FC236}">
                <a16:creationId xmlns:a16="http://schemas.microsoft.com/office/drawing/2014/main" id="{F45D3F44-B038-FDF3-C120-486BC8C096D9}"/>
              </a:ext>
            </a:extLst>
          </p:cNvPr>
          <p:cNvSpPr txBox="1"/>
          <p:nvPr/>
        </p:nvSpPr>
        <p:spPr>
          <a:xfrm>
            <a:off x="10432214" y="2533027"/>
            <a:ext cx="12706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dirty="0" err="1">
                <a:latin typeface="Arial" panose="020B0604020202020204" pitchFamily="34" charset="0"/>
                <a:cs typeface="Arial" panose="020B0604020202020204" pitchFamily="34" charset="0"/>
              </a:rPr>
              <a:t>Faecal</a:t>
            </a:r>
            <a:r>
              <a:rPr lang="it-IT" sz="1200" dirty="0">
                <a:latin typeface="Arial" panose="020B0604020202020204" pitchFamily="34" charset="0"/>
                <a:cs typeface="Arial" panose="020B0604020202020204" pitchFamily="34" charset="0"/>
              </a:rPr>
              <a:t> sample </a:t>
            </a:r>
            <a:r>
              <a:rPr lang="it-IT" sz="1200" dirty="0" err="1">
                <a:latin typeface="Arial" panose="020B0604020202020204" pitchFamily="34" charset="0"/>
                <a:cs typeface="Arial" panose="020B0604020202020204" pitchFamily="34" charset="0"/>
              </a:rPr>
              <a:t>collection</a:t>
            </a:r>
            <a:endParaRPr lang="it-IT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8" name="Rettangolo 77">
            <a:extLst>
              <a:ext uri="{FF2B5EF4-FFF2-40B4-BE49-F238E27FC236}">
                <a16:creationId xmlns:a16="http://schemas.microsoft.com/office/drawing/2014/main" id="{FFAC2318-F96C-75DF-0B55-9FA7F60F9D4F}"/>
              </a:ext>
            </a:extLst>
          </p:cNvPr>
          <p:cNvSpPr/>
          <p:nvPr/>
        </p:nvSpPr>
        <p:spPr>
          <a:xfrm>
            <a:off x="9932061" y="1346192"/>
            <a:ext cx="2072699" cy="181210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84" name="Connettore diritto 83">
            <a:extLst>
              <a:ext uri="{FF2B5EF4-FFF2-40B4-BE49-F238E27FC236}">
                <a16:creationId xmlns:a16="http://schemas.microsoft.com/office/drawing/2014/main" id="{78841C42-2436-9C57-00A9-ACDA70671A54}"/>
              </a:ext>
            </a:extLst>
          </p:cNvPr>
          <p:cNvCxnSpPr>
            <a:cxnSpLocks/>
          </p:cNvCxnSpPr>
          <p:nvPr/>
        </p:nvCxnSpPr>
        <p:spPr>
          <a:xfrm flipV="1">
            <a:off x="647859" y="4044124"/>
            <a:ext cx="173" cy="345717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B1BAB16F-30C6-C254-4598-92EC26EAF353}"/>
              </a:ext>
            </a:extLst>
          </p:cNvPr>
          <p:cNvSpPr txBox="1"/>
          <p:nvPr/>
        </p:nvSpPr>
        <p:spPr>
          <a:xfrm>
            <a:off x="89467" y="3759091"/>
            <a:ext cx="1149827" cy="276999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it-IT" sz="1200" b="1" dirty="0">
                <a:latin typeface="Arial" panose="020B0604020202020204" pitchFamily="34" charset="0"/>
                <a:cs typeface="Arial" panose="020B0604020202020204" pitchFamily="34" charset="0"/>
              </a:rPr>
              <a:t>DIAGNOSIS</a:t>
            </a:r>
          </a:p>
        </p:txBody>
      </p:sp>
      <p:sp>
        <p:nvSpPr>
          <p:cNvPr id="4" name="Ovale 3">
            <a:extLst>
              <a:ext uri="{FF2B5EF4-FFF2-40B4-BE49-F238E27FC236}">
                <a16:creationId xmlns:a16="http://schemas.microsoft.com/office/drawing/2014/main" id="{AC6A990E-73E1-F090-D2E7-EA071A240F5F}"/>
              </a:ext>
            </a:extLst>
          </p:cNvPr>
          <p:cNvSpPr/>
          <p:nvPr/>
        </p:nvSpPr>
        <p:spPr>
          <a:xfrm>
            <a:off x="10068698" y="4285474"/>
            <a:ext cx="157941" cy="174557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14" name="Connettore diritto 13">
            <a:extLst>
              <a:ext uri="{FF2B5EF4-FFF2-40B4-BE49-F238E27FC236}">
                <a16:creationId xmlns:a16="http://schemas.microsoft.com/office/drawing/2014/main" id="{25297CE7-B5E3-A8E6-A547-40760DD94E27}"/>
              </a:ext>
            </a:extLst>
          </p:cNvPr>
          <p:cNvCxnSpPr>
            <a:cxnSpLocks/>
          </p:cNvCxnSpPr>
          <p:nvPr/>
        </p:nvCxnSpPr>
        <p:spPr>
          <a:xfrm>
            <a:off x="10147668" y="4460030"/>
            <a:ext cx="0" cy="751585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Immagine 24">
            <a:extLst>
              <a:ext uri="{FF2B5EF4-FFF2-40B4-BE49-F238E27FC236}">
                <a16:creationId xmlns:a16="http://schemas.microsoft.com/office/drawing/2014/main" id="{67B13094-DDCD-62D3-4D1C-0FC304896C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7441" y="5293249"/>
            <a:ext cx="613950" cy="486279"/>
          </a:xfrm>
          <a:prstGeom prst="rect">
            <a:avLst/>
          </a:prstGeom>
        </p:spPr>
      </p:pic>
      <p:sp>
        <p:nvSpPr>
          <p:cNvPr id="44" name="CasellaDiTesto 43">
            <a:extLst>
              <a:ext uri="{FF2B5EF4-FFF2-40B4-BE49-F238E27FC236}">
                <a16:creationId xmlns:a16="http://schemas.microsoft.com/office/drawing/2014/main" id="{65C4AD17-AFF0-DFFC-A3CE-4FC6014089BB}"/>
              </a:ext>
            </a:extLst>
          </p:cNvPr>
          <p:cNvSpPr txBox="1"/>
          <p:nvPr/>
        </p:nvSpPr>
        <p:spPr>
          <a:xfrm>
            <a:off x="9876406" y="3938645"/>
            <a:ext cx="5451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T30</a:t>
            </a:r>
          </a:p>
        </p:txBody>
      </p:sp>
      <p:pic>
        <p:nvPicPr>
          <p:cNvPr id="47" name="Immagine 46">
            <a:extLst>
              <a:ext uri="{FF2B5EF4-FFF2-40B4-BE49-F238E27FC236}">
                <a16:creationId xmlns:a16="http://schemas.microsoft.com/office/drawing/2014/main" id="{60E6EB70-CB9E-4F22-5F1F-21AB6563A3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7002" y="5318872"/>
            <a:ext cx="613950" cy="486279"/>
          </a:xfrm>
          <a:prstGeom prst="rect">
            <a:avLst/>
          </a:prstGeom>
        </p:spPr>
      </p:pic>
      <p:pic>
        <p:nvPicPr>
          <p:cNvPr id="49" name="Immagine 48">
            <a:extLst>
              <a:ext uri="{FF2B5EF4-FFF2-40B4-BE49-F238E27FC236}">
                <a16:creationId xmlns:a16="http://schemas.microsoft.com/office/drawing/2014/main" id="{8873ED19-3E54-52E0-3A5B-2038A38F84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5826" y="5268668"/>
            <a:ext cx="613950" cy="486279"/>
          </a:xfrm>
          <a:prstGeom prst="rect">
            <a:avLst/>
          </a:prstGeom>
        </p:spPr>
      </p:pic>
      <p:pic>
        <p:nvPicPr>
          <p:cNvPr id="57" name="Immagine 56">
            <a:extLst>
              <a:ext uri="{FF2B5EF4-FFF2-40B4-BE49-F238E27FC236}">
                <a16:creationId xmlns:a16="http://schemas.microsoft.com/office/drawing/2014/main" id="{8C42E1A8-1D1C-767A-7B98-C77DACBEB5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7710" y="5226427"/>
            <a:ext cx="638243" cy="1157448"/>
          </a:xfrm>
          <a:prstGeom prst="rect">
            <a:avLst/>
          </a:prstGeom>
        </p:spPr>
      </p:pic>
      <p:sp>
        <p:nvSpPr>
          <p:cNvPr id="62" name="Freccia a destra 61">
            <a:extLst>
              <a:ext uri="{FF2B5EF4-FFF2-40B4-BE49-F238E27FC236}">
                <a16:creationId xmlns:a16="http://schemas.microsoft.com/office/drawing/2014/main" id="{92A81279-AEF8-BBC2-5A42-4DFF4F1B6501}"/>
              </a:ext>
            </a:extLst>
          </p:cNvPr>
          <p:cNvSpPr/>
          <p:nvPr/>
        </p:nvSpPr>
        <p:spPr>
          <a:xfrm>
            <a:off x="1449811" y="4480557"/>
            <a:ext cx="10310245" cy="120822"/>
          </a:xfrm>
          <a:prstGeom prst="right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2" algn="ctr"/>
            <a:endParaRPr lang="it-IT" dirty="0">
              <a:solidFill>
                <a:srgbClr val="FF0000"/>
              </a:solidFill>
            </a:endParaRPr>
          </a:p>
        </p:txBody>
      </p:sp>
      <p:sp>
        <p:nvSpPr>
          <p:cNvPr id="64" name="Freccia a destra 63">
            <a:extLst>
              <a:ext uri="{FF2B5EF4-FFF2-40B4-BE49-F238E27FC236}">
                <a16:creationId xmlns:a16="http://schemas.microsoft.com/office/drawing/2014/main" id="{32C1A80D-AFFC-01C1-E5D4-33508F00495D}"/>
              </a:ext>
            </a:extLst>
          </p:cNvPr>
          <p:cNvSpPr/>
          <p:nvPr/>
        </p:nvSpPr>
        <p:spPr>
          <a:xfrm>
            <a:off x="10000189" y="1609149"/>
            <a:ext cx="338328" cy="111582"/>
          </a:xfrm>
          <a:prstGeom prst="right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5" name="CasellaDiTesto 64">
            <a:extLst>
              <a:ext uri="{FF2B5EF4-FFF2-40B4-BE49-F238E27FC236}">
                <a16:creationId xmlns:a16="http://schemas.microsoft.com/office/drawing/2014/main" id="{B59646B0-45A4-7FE7-F87E-0D38EBF520CA}"/>
              </a:ext>
            </a:extLst>
          </p:cNvPr>
          <p:cNvSpPr txBox="1"/>
          <p:nvPr/>
        </p:nvSpPr>
        <p:spPr>
          <a:xfrm>
            <a:off x="10393241" y="1434107"/>
            <a:ext cx="13042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dirty="0">
                <a:latin typeface="Arial" panose="020B0604020202020204" pitchFamily="34" charset="0"/>
                <a:cs typeface="Arial" panose="020B0604020202020204" pitchFamily="34" charset="0"/>
              </a:rPr>
              <a:t>Daily TEC </a:t>
            </a:r>
            <a:r>
              <a:rPr lang="it-IT" sz="1200" dirty="0" err="1">
                <a:latin typeface="Arial" panose="020B0604020202020204" pitchFamily="34" charset="0"/>
                <a:cs typeface="Arial" panose="020B0604020202020204" pitchFamily="34" charset="0"/>
              </a:rPr>
              <a:t>administration</a:t>
            </a:r>
            <a:endParaRPr lang="it-IT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8157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7CF583-D79E-0DD8-95CE-56541A3B3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nettore diritto 4">
            <a:extLst>
              <a:ext uri="{FF2B5EF4-FFF2-40B4-BE49-F238E27FC236}">
                <a16:creationId xmlns:a16="http://schemas.microsoft.com/office/drawing/2014/main" id="{40F80032-535D-FA20-787B-DC412E04145B}"/>
              </a:ext>
            </a:extLst>
          </p:cNvPr>
          <p:cNvCxnSpPr/>
          <p:nvPr/>
        </p:nvCxnSpPr>
        <p:spPr>
          <a:xfrm>
            <a:off x="-235889" y="2501902"/>
            <a:ext cx="12427889" cy="0"/>
          </a:xfrm>
          <a:prstGeom prst="line">
            <a:avLst/>
          </a:prstGeom>
          <a:ln w="3810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e 5">
            <a:extLst>
              <a:ext uri="{FF2B5EF4-FFF2-40B4-BE49-F238E27FC236}">
                <a16:creationId xmlns:a16="http://schemas.microsoft.com/office/drawing/2014/main" id="{1623998D-842A-59A0-FCD4-A70EE5D61460}"/>
              </a:ext>
            </a:extLst>
          </p:cNvPr>
          <p:cNvSpPr/>
          <p:nvPr/>
        </p:nvSpPr>
        <p:spPr>
          <a:xfrm>
            <a:off x="572185" y="2399443"/>
            <a:ext cx="157941" cy="174557"/>
          </a:xfrm>
          <a:prstGeom prst="ellipse">
            <a:avLst/>
          </a:prstGeom>
          <a:solidFill>
            <a:srgbClr val="FF00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Ovale 6">
            <a:extLst>
              <a:ext uri="{FF2B5EF4-FFF2-40B4-BE49-F238E27FC236}">
                <a16:creationId xmlns:a16="http://schemas.microsoft.com/office/drawing/2014/main" id="{DACB1DD1-C158-95A7-DBEB-372532BD8557}"/>
              </a:ext>
            </a:extLst>
          </p:cNvPr>
          <p:cNvSpPr/>
          <p:nvPr/>
        </p:nvSpPr>
        <p:spPr>
          <a:xfrm>
            <a:off x="1329731" y="2414623"/>
            <a:ext cx="157941" cy="174557"/>
          </a:xfrm>
          <a:prstGeom prst="ellipse">
            <a:avLst/>
          </a:prstGeom>
          <a:solidFill>
            <a:srgbClr val="00FF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8" name="Ovale 7">
            <a:extLst>
              <a:ext uri="{FF2B5EF4-FFF2-40B4-BE49-F238E27FC236}">
                <a16:creationId xmlns:a16="http://schemas.microsoft.com/office/drawing/2014/main" id="{E4EC8F4F-71AD-062A-F195-434DEC2E1DEB}"/>
              </a:ext>
            </a:extLst>
          </p:cNvPr>
          <p:cNvSpPr/>
          <p:nvPr/>
        </p:nvSpPr>
        <p:spPr>
          <a:xfrm>
            <a:off x="2555027" y="2399442"/>
            <a:ext cx="157941" cy="174557"/>
          </a:xfrm>
          <a:prstGeom prst="ellipse">
            <a:avLst/>
          </a:prstGeom>
          <a:solidFill>
            <a:srgbClr val="00B0F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Ovale 8">
            <a:extLst>
              <a:ext uri="{FF2B5EF4-FFF2-40B4-BE49-F238E27FC236}">
                <a16:creationId xmlns:a16="http://schemas.microsoft.com/office/drawing/2014/main" id="{0AC17914-EF45-A6CA-B1C3-B5C0BFE6FE5B}"/>
              </a:ext>
            </a:extLst>
          </p:cNvPr>
          <p:cNvSpPr/>
          <p:nvPr/>
        </p:nvSpPr>
        <p:spPr>
          <a:xfrm>
            <a:off x="4019613" y="2431261"/>
            <a:ext cx="157941" cy="174557"/>
          </a:xfrm>
          <a:prstGeom prst="ellipse">
            <a:avLst/>
          </a:prstGeom>
          <a:solidFill>
            <a:srgbClr val="00B0F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Ovale 9">
            <a:extLst>
              <a:ext uri="{FF2B5EF4-FFF2-40B4-BE49-F238E27FC236}">
                <a16:creationId xmlns:a16="http://schemas.microsoft.com/office/drawing/2014/main" id="{4A90FFFE-6B9C-6713-04B2-4EF35EE0E0A2}"/>
              </a:ext>
            </a:extLst>
          </p:cNvPr>
          <p:cNvSpPr/>
          <p:nvPr/>
        </p:nvSpPr>
        <p:spPr>
          <a:xfrm>
            <a:off x="5483423" y="2422564"/>
            <a:ext cx="157941" cy="174557"/>
          </a:xfrm>
          <a:prstGeom prst="ellipse">
            <a:avLst/>
          </a:prstGeom>
          <a:solidFill>
            <a:srgbClr val="00B0F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" name="Ovale 11">
            <a:extLst>
              <a:ext uri="{FF2B5EF4-FFF2-40B4-BE49-F238E27FC236}">
                <a16:creationId xmlns:a16="http://schemas.microsoft.com/office/drawing/2014/main" id="{DBBCE878-92E8-7F7E-E4A7-C7ED2A18D63A}"/>
              </a:ext>
            </a:extLst>
          </p:cNvPr>
          <p:cNvSpPr/>
          <p:nvPr/>
        </p:nvSpPr>
        <p:spPr>
          <a:xfrm>
            <a:off x="6945680" y="2401923"/>
            <a:ext cx="157941" cy="174557"/>
          </a:xfrm>
          <a:prstGeom prst="ellipse">
            <a:avLst/>
          </a:prstGeom>
          <a:solidFill>
            <a:srgbClr val="00B0F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" name="Ovale 15">
            <a:extLst>
              <a:ext uri="{FF2B5EF4-FFF2-40B4-BE49-F238E27FC236}">
                <a16:creationId xmlns:a16="http://schemas.microsoft.com/office/drawing/2014/main" id="{F0C1F039-5643-DCE7-31CF-884D8519815C}"/>
              </a:ext>
            </a:extLst>
          </p:cNvPr>
          <p:cNvSpPr/>
          <p:nvPr/>
        </p:nvSpPr>
        <p:spPr>
          <a:xfrm>
            <a:off x="11341769" y="2440246"/>
            <a:ext cx="157941" cy="174557"/>
          </a:xfrm>
          <a:prstGeom prst="ellipse">
            <a:avLst/>
          </a:prstGeom>
          <a:solidFill>
            <a:srgbClr val="00B0F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7" name="Ovale 16">
            <a:extLst>
              <a:ext uri="{FF2B5EF4-FFF2-40B4-BE49-F238E27FC236}">
                <a16:creationId xmlns:a16="http://schemas.microsoft.com/office/drawing/2014/main" id="{D9D0B5AC-93B5-3280-C588-3C0D614B23A8}"/>
              </a:ext>
            </a:extLst>
          </p:cNvPr>
          <p:cNvSpPr/>
          <p:nvPr/>
        </p:nvSpPr>
        <p:spPr>
          <a:xfrm>
            <a:off x="8411043" y="2422564"/>
            <a:ext cx="157941" cy="174557"/>
          </a:xfrm>
          <a:prstGeom prst="ellipse">
            <a:avLst/>
          </a:prstGeom>
          <a:solidFill>
            <a:srgbClr val="00B0F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5" name="CasellaDiTesto 34">
            <a:extLst>
              <a:ext uri="{FF2B5EF4-FFF2-40B4-BE49-F238E27FC236}">
                <a16:creationId xmlns:a16="http://schemas.microsoft.com/office/drawing/2014/main" id="{1E8CD82C-9378-016D-EC37-8D986D68DC0E}"/>
              </a:ext>
            </a:extLst>
          </p:cNvPr>
          <p:cNvSpPr txBox="1"/>
          <p:nvPr/>
        </p:nvSpPr>
        <p:spPr>
          <a:xfrm>
            <a:off x="740524" y="2923192"/>
            <a:ext cx="9693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200" dirty="0"/>
              <a:t>T0</a:t>
            </a:r>
          </a:p>
          <a:p>
            <a:pPr algn="ctr"/>
            <a:r>
              <a:rPr lang="it-IT" sz="1200" dirty="0"/>
              <a:t>(baseline)</a:t>
            </a:r>
            <a:endParaRPr lang="it-IT" dirty="0"/>
          </a:p>
        </p:txBody>
      </p:sp>
      <p:sp>
        <p:nvSpPr>
          <p:cNvPr id="71" name="CasellaDiTesto 70">
            <a:extLst>
              <a:ext uri="{FF2B5EF4-FFF2-40B4-BE49-F238E27FC236}">
                <a16:creationId xmlns:a16="http://schemas.microsoft.com/office/drawing/2014/main" id="{F4F16CA3-C5F2-AA81-FE32-8DD89C51B2AD}"/>
              </a:ext>
            </a:extLst>
          </p:cNvPr>
          <p:cNvSpPr txBox="1"/>
          <p:nvPr/>
        </p:nvSpPr>
        <p:spPr>
          <a:xfrm>
            <a:off x="1702274" y="222898"/>
            <a:ext cx="871527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Study design and sampling schedule during TEC treatment</a:t>
            </a:r>
            <a:endParaRPr lang="it-IT" sz="2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4" name="Connettore diritto 83">
            <a:extLst>
              <a:ext uri="{FF2B5EF4-FFF2-40B4-BE49-F238E27FC236}">
                <a16:creationId xmlns:a16="http://schemas.microsoft.com/office/drawing/2014/main" id="{FC3E1AFD-0E28-4C4B-C4E1-6FB53D150045}"/>
              </a:ext>
            </a:extLst>
          </p:cNvPr>
          <p:cNvCxnSpPr>
            <a:cxnSpLocks/>
            <a:stCxn id="6" idx="0"/>
          </p:cNvCxnSpPr>
          <p:nvPr/>
        </p:nvCxnSpPr>
        <p:spPr>
          <a:xfrm flipH="1" flipV="1">
            <a:off x="651155" y="1401338"/>
            <a:ext cx="1" cy="998105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Ovale 3">
            <a:extLst>
              <a:ext uri="{FF2B5EF4-FFF2-40B4-BE49-F238E27FC236}">
                <a16:creationId xmlns:a16="http://schemas.microsoft.com/office/drawing/2014/main" id="{37115AE6-C724-DC0B-8375-C4B039B118A0}"/>
              </a:ext>
            </a:extLst>
          </p:cNvPr>
          <p:cNvSpPr/>
          <p:nvPr/>
        </p:nvSpPr>
        <p:spPr>
          <a:xfrm>
            <a:off x="9876406" y="2440245"/>
            <a:ext cx="157941" cy="174557"/>
          </a:xfrm>
          <a:prstGeom prst="ellipse">
            <a:avLst/>
          </a:prstGeom>
          <a:solidFill>
            <a:srgbClr val="00B0F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19" name="Connettore diritto 18">
            <a:extLst>
              <a:ext uri="{FF2B5EF4-FFF2-40B4-BE49-F238E27FC236}">
                <a16:creationId xmlns:a16="http://schemas.microsoft.com/office/drawing/2014/main" id="{2A04B299-F11C-F498-5B9C-FD18D6AF2F00}"/>
              </a:ext>
            </a:extLst>
          </p:cNvPr>
          <p:cNvCxnSpPr>
            <a:cxnSpLocks/>
          </p:cNvCxnSpPr>
          <p:nvPr/>
        </p:nvCxnSpPr>
        <p:spPr>
          <a:xfrm flipH="1">
            <a:off x="2631793" y="2571517"/>
            <a:ext cx="3632" cy="30759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ttore diritto 19">
            <a:extLst>
              <a:ext uri="{FF2B5EF4-FFF2-40B4-BE49-F238E27FC236}">
                <a16:creationId xmlns:a16="http://schemas.microsoft.com/office/drawing/2014/main" id="{DA0BF9CD-FAE1-69DC-4B80-7752258C6081}"/>
              </a:ext>
            </a:extLst>
          </p:cNvPr>
          <p:cNvCxnSpPr>
            <a:cxnSpLocks/>
          </p:cNvCxnSpPr>
          <p:nvPr/>
        </p:nvCxnSpPr>
        <p:spPr>
          <a:xfrm flipH="1">
            <a:off x="4093399" y="2609011"/>
            <a:ext cx="3632" cy="30759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ttore diritto 20">
            <a:extLst>
              <a:ext uri="{FF2B5EF4-FFF2-40B4-BE49-F238E27FC236}">
                <a16:creationId xmlns:a16="http://schemas.microsoft.com/office/drawing/2014/main" id="{7C96E62F-3EDC-5E36-A3DB-D87F22261D75}"/>
              </a:ext>
            </a:extLst>
          </p:cNvPr>
          <p:cNvCxnSpPr>
            <a:cxnSpLocks/>
          </p:cNvCxnSpPr>
          <p:nvPr/>
        </p:nvCxnSpPr>
        <p:spPr>
          <a:xfrm flipH="1">
            <a:off x="5557722" y="2602045"/>
            <a:ext cx="3632" cy="30759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ttore diritto 22">
            <a:extLst>
              <a:ext uri="{FF2B5EF4-FFF2-40B4-BE49-F238E27FC236}">
                <a16:creationId xmlns:a16="http://schemas.microsoft.com/office/drawing/2014/main" id="{59F9E033-81E2-07B0-03F1-25E89A7793F9}"/>
              </a:ext>
            </a:extLst>
          </p:cNvPr>
          <p:cNvCxnSpPr>
            <a:cxnSpLocks/>
          </p:cNvCxnSpPr>
          <p:nvPr/>
        </p:nvCxnSpPr>
        <p:spPr>
          <a:xfrm flipH="1">
            <a:off x="7025164" y="2578730"/>
            <a:ext cx="3632" cy="30759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ttore diritto 23">
            <a:extLst>
              <a:ext uri="{FF2B5EF4-FFF2-40B4-BE49-F238E27FC236}">
                <a16:creationId xmlns:a16="http://schemas.microsoft.com/office/drawing/2014/main" id="{D2DC793B-171A-0527-1ABE-66ED862FF4BF}"/>
              </a:ext>
            </a:extLst>
          </p:cNvPr>
          <p:cNvCxnSpPr>
            <a:cxnSpLocks/>
          </p:cNvCxnSpPr>
          <p:nvPr/>
        </p:nvCxnSpPr>
        <p:spPr>
          <a:xfrm flipH="1">
            <a:off x="8494158" y="2590203"/>
            <a:ext cx="3632" cy="30759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ttore diritto 25">
            <a:extLst>
              <a:ext uri="{FF2B5EF4-FFF2-40B4-BE49-F238E27FC236}">
                <a16:creationId xmlns:a16="http://schemas.microsoft.com/office/drawing/2014/main" id="{00533D06-BAE0-6D07-8E1F-1E303A3971B0}"/>
              </a:ext>
            </a:extLst>
          </p:cNvPr>
          <p:cNvCxnSpPr>
            <a:cxnSpLocks/>
          </p:cNvCxnSpPr>
          <p:nvPr/>
        </p:nvCxnSpPr>
        <p:spPr>
          <a:xfrm flipH="1">
            <a:off x="9955376" y="2608364"/>
            <a:ext cx="3632" cy="30759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ttore diritto 26">
            <a:extLst>
              <a:ext uri="{FF2B5EF4-FFF2-40B4-BE49-F238E27FC236}">
                <a16:creationId xmlns:a16="http://schemas.microsoft.com/office/drawing/2014/main" id="{3D543478-BD6C-6CB8-5437-0749E14F0F8D}"/>
              </a:ext>
            </a:extLst>
          </p:cNvPr>
          <p:cNvCxnSpPr>
            <a:cxnSpLocks/>
          </p:cNvCxnSpPr>
          <p:nvPr/>
        </p:nvCxnSpPr>
        <p:spPr>
          <a:xfrm flipH="1">
            <a:off x="11422291" y="2614802"/>
            <a:ext cx="3632" cy="30759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Freccia a destra 28">
            <a:extLst>
              <a:ext uri="{FF2B5EF4-FFF2-40B4-BE49-F238E27FC236}">
                <a16:creationId xmlns:a16="http://schemas.microsoft.com/office/drawing/2014/main" id="{83F5CC17-AD1F-7E5B-F227-BA6AEF263FC0}"/>
              </a:ext>
            </a:extLst>
          </p:cNvPr>
          <p:cNvSpPr/>
          <p:nvPr/>
        </p:nvSpPr>
        <p:spPr>
          <a:xfrm>
            <a:off x="1406885" y="1427668"/>
            <a:ext cx="10532427" cy="750055"/>
          </a:xfrm>
          <a:prstGeom prst="rightArrow">
            <a:avLst/>
          </a:prstGeom>
          <a:gradFill flip="none" rotWithShape="1">
            <a:gsLst>
              <a:gs pos="0">
                <a:srgbClr val="00B0F0">
                  <a:tint val="66000"/>
                  <a:satMod val="160000"/>
                </a:srgbClr>
              </a:gs>
              <a:gs pos="50000">
                <a:srgbClr val="00B0F0">
                  <a:tint val="44500"/>
                  <a:satMod val="160000"/>
                </a:srgbClr>
              </a:gs>
              <a:gs pos="100000">
                <a:srgbClr val="00B0F0">
                  <a:tint val="23500"/>
                  <a:satMod val="160000"/>
                </a:srgbClr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6" name="CasellaDiTesto 45">
            <a:extLst>
              <a:ext uri="{FF2B5EF4-FFF2-40B4-BE49-F238E27FC236}">
                <a16:creationId xmlns:a16="http://schemas.microsoft.com/office/drawing/2014/main" id="{12B20178-6930-5AEF-8CAD-E853ABB43230}"/>
              </a:ext>
            </a:extLst>
          </p:cNvPr>
          <p:cNvSpPr txBox="1"/>
          <p:nvPr/>
        </p:nvSpPr>
        <p:spPr>
          <a:xfrm>
            <a:off x="3036163" y="1622484"/>
            <a:ext cx="64895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b="1" dirty="0">
                <a:latin typeface="Arial" panose="020B0604020202020204" pitchFamily="34" charset="0"/>
                <a:cs typeface="Arial" panose="020B0604020202020204" pitchFamily="34" charset="0"/>
              </a:rPr>
              <a:t>TEC treatment</a:t>
            </a:r>
          </a:p>
        </p:txBody>
      </p:sp>
      <p:sp>
        <p:nvSpPr>
          <p:cNvPr id="50" name="Rettangolo con angoli arrotondati 49">
            <a:extLst>
              <a:ext uri="{FF2B5EF4-FFF2-40B4-BE49-F238E27FC236}">
                <a16:creationId xmlns:a16="http://schemas.microsoft.com/office/drawing/2014/main" id="{98E590F1-6531-DE22-95A6-75C7E67BE91C}"/>
              </a:ext>
            </a:extLst>
          </p:cNvPr>
          <p:cNvSpPr/>
          <p:nvPr/>
        </p:nvSpPr>
        <p:spPr>
          <a:xfrm>
            <a:off x="61855" y="987386"/>
            <a:ext cx="1186916" cy="413945"/>
          </a:xfrm>
          <a:prstGeom prst="round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2700000" scaled="1"/>
            <a:tileRect/>
          </a:gra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13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DIAGNOSIS</a:t>
            </a:r>
          </a:p>
        </p:txBody>
      </p:sp>
      <p:sp>
        <p:nvSpPr>
          <p:cNvPr id="52" name="CasellaDiTesto 51">
            <a:extLst>
              <a:ext uri="{FF2B5EF4-FFF2-40B4-BE49-F238E27FC236}">
                <a16:creationId xmlns:a16="http://schemas.microsoft.com/office/drawing/2014/main" id="{322B8869-6B0A-B620-82E4-9EDD7DD22C46}"/>
              </a:ext>
            </a:extLst>
          </p:cNvPr>
          <p:cNvSpPr txBox="1"/>
          <p:nvPr/>
        </p:nvSpPr>
        <p:spPr>
          <a:xfrm>
            <a:off x="2154781" y="2886329"/>
            <a:ext cx="9693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200" dirty="0"/>
              <a:t>T1</a:t>
            </a:r>
          </a:p>
          <a:p>
            <a:pPr algn="ctr"/>
            <a:r>
              <a:rPr lang="it-IT" sz="1200" dirty="0"/>
              <a:t>(1 </a:t>
            </a:r>
            <a:r>
              <a:rPr lang="it-IT" sz="1200" dirty="0" err="1"/>
              <a:t>month</a:t>
            </a:r>
            <a:r>
              <a:rPr lang="it-IT" sz="1200" dirty="0"/>
              <a:t>)</a:t>
            </a:r>
            <a:endParaRPr lang="it-IT" dirty="0"/>
          </a:p>
        </p:txBody>
      </p:sp>
      <p:sp>
        <p:nvSpPr>
          <p:cNvPr id="61" name="CasellaDiTesto 60">
            <a:extLst>
              <a:ext uri="{FF2B5EF4-FFF2-40B4-BE49-F238E27FC236}">
                <a16:creationId xmlns:a16="http://schemas.microsoft.com/office/drawing/2014/main" id="{2B4EB6A5-41C2-E4BE-84A2-747D20EF9562}"/>
              </a:ext>
            </a:extLst>
          </p:cNvPr>
          <p:cNvSpPr txBox="1"/>
          <p:nvPr/>
        </p:nvSpPr>
        <p:spPr>
          <a:xfrm>
            <a:off x="3615472" y="2901619"/>
            <a:ext cx="9693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200" dirty="0"/>
              <a:t>T6</a:t>
            </a:r>
          </a:p>
          <a:p>
            <a:pPr algn="ctr"/>
            <a:r>
              <a:rPr lang="it-IT" sz="1200" dirty="0"/>
              <a:t>(6 </a:t>
            </a:r>
            <a:r>
              <a:rPr lang="it-IT" sz="1200" dirty="0" err="1"/>
              <a:t>months</a:t>
            </a:r>
            <a:r>
              <a:rPr lang="it-IT" sz="1200" dirty="0"/>
              <a:t>)</a:t>
            </a:r>
            <a:endParaRPr lang="it-IT" dirty="0"/>
          </a:p>
        </p:txBody>
      </p:sp>
      <p:sp>
        <p:nvSpPr>
          <p:cNvPr id="66" name="CasellaDiTesto 65">
            <a:extLst>
              <a:ext uri="{FF2B5EF4-FFF2-40B4-BE49-F238E27FC236}">
                <a16:creationId xmlns:a16="http://schemas.microsoft.com/office/drawing/2014/main" id="{8174DED5-66DA-ECDF-B709-C17A34B08629}"/>
              </a:ext>
            </a:extLst>
          </p:cNvPr>
          <p:cNvSpPr txBox="1"/>
          <p:nvPr/>
        </p:nvSpPr>
        <p:spPr>
          <a:xfrm>
            <a:off x="5076163" y="2909644"/>
            <a:ext cx="9693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200" dirty="0"/>
              <a:t>T12</a:t>
            </a:r>
          </a:p>
          <a:p>
            <a:pPr algn="ctr"/>
            <a:r>
              <a:rPr lang="it-IT" sz="1200" dirty="0"/>
              <a:t>(12 </a:t>
            </a:r>
            <a:r>
              <a:rPr lang="it-IT" sz="1200" dirty="0" err="1"/>
              <a:t>months</a:t>
            </a:r>
            <a:r>
              <a:rPr lang="it-IT" sz="1200" dirty="0"/>
              <a:t>)</a:t>
            </a:r>
            <a:endParaRPr lang="it-IT" dirty="0"/>
          </a:p>
        </p:txBody>
      </p:sp>
      <p:sp>
        <p:nvSpPr>
          <p:cNvPr id="68" name="CasellaDiTesto 67">
            <a:extLst>
              <a:ext uri="{FF2B5EF4-FFF2-40B4-BE49-F238E27FC236}">
                <a16:creationId xmlns:a16="http://schemas.microsoft.com/office/drawing/2014/main" id="{7BDD87A0-55D4-6242-28D0-FF8ABB9E6EAF}"/>
              </a:ext>
            </a:extLst>
          </p:cNvPr>
          <p:cNvSpPr txBox="1"/>
          <p:nvPr/>
        </p:nvSpPr>
        <p:spPr>
          <a:xfrm>
            <a:off x="6539986" y="2916610"/>
            <a:ext cx="9693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200" dirty="0"/>
              <a:t>T18</a:t>
            </a:r>
          </a:p>
          <a:p>
            <a:pPr algn="ctr"/>
            <a:r>
              <a:rPr lang="it-IT" sz="1200" dirty="0"/>
              <a:t>(18 </a:t>
            </a:r>
            <a:r>
              <a:rPr lang="it-IT" sz="1200" dirty="0" err="1"/>
              <a:t>months</a:t>
            </a:r>
            <a:r>
              <a:rPr lang="it-IT" sz="1200" dirty="0"/>
              <a:t>)</a:t>
            </a:r>
            <a:endParaRPr lang="it-IT" dirty="0"/>
          </a:p>
        </p:txBody>
      </p:sp>
      <p:sp>
        <p:nvSpPr>
          <p:cNvPr id="70" name="CasellaDiTesto 69">
            <a:extLst>
              <a:ext uri="{FF2B5EF4-FFF2-40B4-BE49-F238E27FC236}">
                <a16:creationId xmlns:a16="http://schemas.microsoft.com/office/drawing/2014/main" id="{9DFEB774-0F5D-224A-0913-DDA2B9D80D67}"/>
              </a:ext>
            </a:extLst>
          </p:cNvPr>
          <p:cNvSpPr txBox="1"/>
          <p:nvPr/>
        </p:nvSpPr>
        <p:spPr>
          <a:xfrm>
            <a:off x="8016740" y="2929237"/>
            <a:ext cx="9693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200" dirty="0"/>
              <a:t>T24</a:t>
            </a:r>
          </a:p>
          <a:p>
            <a:pPr algn="ctr"/>
            <a:r>
              <a:rPr lang="it-IT" sz="1200" dirty="0"/>
              <a:t>(24 </a:t>
            </a:r>
            <a:r>
              <a:rPr lang="it-IT" sz="1200" dirty="0" err="1"/>
              <a:t>months</a:t>
            </a:r>
            <a:r>
              <a:rPr lang="it-IT" sz="1200" dirty="0"/>
              <a:t>)</a:t>
            </a:r>
            <a:endParaRPr lang="it-IT" dirty="0"/>
          </a:p>
        </p:txBody>
      </p:sp>
      <p:sp>
        <p:nvSpPr>
          <p:cNvPr id="75" name="CasellaDiTesto 74">
            <a:extLst>
              <a:ext uri="{FF2B5EF4-FFF2-40B4-BE49-F238E27FC236}">
                <a16:creationId xmlns:a16="http://schemas.microsoft.com/office/drawing/2014/main" id="{DAB08ADE-F6AC-3FE3-6F06-FE99A6B26042}"/>
              </a:ext>
            </a:extLst>
          </p:cNvPr>
          <p:cNvSpPr txBox="1"/>
          <p:nvPr/>
        </p:nvSpPr>
        <p:spPr>
          <a:xfrm>
            <a:off x="9474344" y="2893853"/>
            <a:ext cx="9693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200" dirty="0"/>
              <a:t>T30</a:t>
            </a:r>
          </a:p>
          <a:p>
            <a:pPr algn="ctr"/>
            <a:r>
              <a:rPr lang="it-IT" sz="1200" dirty="0"/>
              <a:t>(30 </a:t>
            </a:r>
            <a:r>
              <a:rPr lang="it-IT" sz="1200" dirty="0" err="1"/>
              <a:t>months</a:t>
            </a:r>
            <a:r>
              <a:rPr lang="it-IT" sz="1200" dirty="0"/>
              <a:t>)</a:t>
            </a:r>
            <a:endParaRPr lang="it-IT" dirty="0"/>
          </a:p>
        </p:txBody>
      </p:sp>
      <p:sp>
        <p:nvSpPr>
          <p:cNvPr id="80" name="CasellaDiTesto 79">
            <a:extLst>
              <a:ext uri="{FF2B5EF4-FFF2-40B4-BE49-F238E27FC236}">
                <a16:creationId xmlns:a16="http://schemas.microsoft.com/office/drawing/2014/main" id="{5415E02C-0874-33FB-6916-24381D9E2FBD}"/>
              </a:ext>
            </a:extLst>
          </p:cNvPr>
          <p:cNvSpPr txBox="1"/>
          <p:nvPr/>
        </p:nvSpPr>
        <p:spPr>
          <a:xfrm>
            <a:off x="10937627" y="2909644"/>
            <a:ext cx="9693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200" dirty="0"/>
              <a:t>T36</a:t>
            </a:r>
          </a:p>
          <a:p>
            <a:pPr algn="ctr"/>
            <a:r>
              <a:rPr lang="it-IT" sz="1200" dirty="0"/>
              <a:t>(36 </a:t>
            </a:r>
            <a:r>
              <a:rPr lang="it-IT" sz="1200" dirty="0" err="1"/>
              <a:t>months</a:t>
            </a:r>
            <a:r>
              <a:rPr lang="it-IT" sz="1200" dirty="0"/>
              <a:t>)</a:t>
            </a:r>
            <a:endParaRPr lang="it-IT" dirty="0"/>
          </a:p>
        </p:txBody>
      </p:sp>
      <p:graphicFrame>
        <p:nvGraphicFramePr>
          <p:cNvPr id="81" name="Tabella 80">
            <a:extLst>
              <a:ext uri="{FF2B5EF4-FFF2-40B4-BE49-F238E27FC236}">
                <a16:creationId xmlns:a16="http://schemas.microsoft.com/office/drawing/2014/main" id="{40AB64B2-C983-2A87-B5EA-8FD6A3EA65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923733"/>
              </p:ext>
            </p:extLst>
          </p:nvPr>
        </p:nvGraphicFramePr>
        <p:xfrm>
          <a:off x="217355" y="3818236"/>
          <a:ext cx="11656269" cy="9315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6746">
                  <a:extLst>
                    <a:ext uri="{9D8B030D-6E8A-4147-A177-3AD203B41FA5}">
                      <a16:colId xmlns:a16="http://schemas.microsoft.com/office/drawing/2014/main" val="1433414030"/>
                    </a:ext>
                  </a:extLst>
                </a:gridCol>
                <a:gridCol w="1773536">
                  <a:extLst>
                    <a:ext uri="{9D8B030D-6E8A-4147-A177-3AD203B41FA5}">
                      <a16:colId xmlns:a16="http://schemas.microsoft.com/office/drawing/2014/main" val="3512117456"/>
                    </a:ext>
                  </a:extLst>
                </a:gridCol>
                <a:gridCol w="1295141">
                  <a:extLst>
                    <a:ext uri="{9D8B030D-6E8A-4147-A177-3AD203B41FA5}">
                      <a16:colId xmlns:a16="http://schemas.microsoft.com/office/drawing/2014/main" val="1607880970"/>
                    </a:ext>
                  </a:extLst>
                </a:gridCol>
                <a:gridCol w="1295141">
                  <a:extLst>
                    <a:ext uri="{9D8B030D-6E8A-4147-A177-3AD203B41FA5}">
                      <a16:colId xmlns:a16="http://schemas.microsoft.com/office/drawing/2014/main" val="423505245"/>
                    </a:ext>
                  </a:extLst>
                </a:gridCol>
                <a:gridCol w="1295141">
                  <a:extLst>
                    <a:ext uri="{9D8B030D-6E8A-4147-A177-3AD203B41FA5}">
                      <a16:colId xmlns:a16="http://schemas.microsoft.com/office/drawing/2014/main" val="3990243399"/>
                    </a:ext>
                  </a:extLst>
                </a:gridCol>
                <a:gridCol w="1295141">
                  <a:extLst>
                    <a:ext uri="{9D8B030D-6E8A-4147-A177-3AD203B41FA5}">
                      <a16:colId xmlns:a16="http://schemas.microsoft.com/office/drawing/2014/main" val="2862609538"/>
                    </a:ext>
                  </a:extLst>
                </a:gridCol>
                <a:gridCol w="1295141">
                  <a:extLst>
                    <a:ext uri="{9D8B030D-6E8A-4147-A177-3AD203B41FA5}">
                      <a16:colId xmlns:a16="http://schemas.microsoft.com/office/drawing/2014/main" val="1727238509"/>
                    </a:ext>
                  </a:extLst>
                </a:gridCol>
                <a:gridCol w="1295141">
                  <a:extLst>
                    <a:ext uri="{9D8B030D-6E8A-4147-A177-3AD203B41FA5}">
                      <a16:colId xmlns:a16="http://schemas.microsoft.com/office/drawing/2014/main" val="62854785"/>
                    </a:ext>
                  </a:extLst>
                </a:gridCol>
                <a:gridCol w="1295141">
                  <a:extLst>
                    <a:ext uri="{9D8B030D-6E8A-4147-A177-3AD203B41FA5}">
                      <a16:colId xmlns:a16="http://schemas.microsoft.com/office/drawing/2014/main" val="806208594"/>
                    </a:ext>
                  </a:extLst>
                </a:gridCol>
              </a:tblGrid>
              <a:tr h="465765">
                <a:tc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0961363"/>
                  </a:ext>
                </a:extLst>
              </a:tr>
              <a:tr h="465765">
                <a:tc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1489651"/>
                  </a:ext>
                </a:extLst>
              </a:tr>
            </a:tbl>
          </a:graphicData>
        </a:graphic>
      </p:graphicFrame>
      <p:sp>
        <p:nvSpPr>
          <p:cNvPr id="3" name="Ovale 2">
            <a:extLst>
              <a:ext uri="{FF2B5EF4-FFF2-40B4-BE49-F238E27FC236}">
                <a16:creationId xmlns:a16="http://schemas.microsoft.com/office/drawing/2014/main" id="{0C833163-222F-38AF-669E-A6AAF4AA3DAE}"/>
              </a:ext>
            </a:extLst>
          </p:cNvPr>
          <p:cNvSpPr/>
          <p:nvPr/>
        </p:nvSpPr>
        <p:spPr>
          <a:xfrm>
            <a:off x="1157853" y="2411697"/>
            <a:ext cx="157941" cy="174557"/>
          </a:xfrm>
          <a:prstGeom prst="ellipse">
            <a:avLst/>
          </a:prstGeom>
          <a:solidFill>
            <a:srgbClr val="00B0F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35ECB29E-EF20-ECF8-0162-DA3A168D18A0}"/>
              </a:ext>
            </a:extLst>
          </p:cNvPr>
          <p:cNvSpPr txBox="1"/>
          <p:nvPr/>
        </p:nvSpPr>
        <p:spPr>
          <a:xfrm rot="16200000">
            <a:off x="1135024" y="2027864"/>
            <a:ext cx="533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-----</a:t>
            </a:r>
          </a:p>
        </p:txBody>
      </p:sp>
      <p:cxnSp>
        <p:nvCxnSpPr>
          <p:cNvPr id="18" name="Connettore diritto 17">
            <a:extLst>
              <a:ext uri="{FF2B5EF4-FFF2-40B4-BE49-F238E27FC236}">
                <a16:creationId xmlns:a16="http://schemas.microsoft.com/office/drawing/2014/main" id="{D113EA8F-B00E-3AC1-D96B-2788C42AE5AD}"/>
              </a:ext>
            </a:extLst>
          </p:cNvPr>
          <p:cNvCxnSpPr>
            <a:cxnSpLocks/>
          </p:cNvCxnSpPr>
          <p:nvPr/>
        </p:nvCxnSpPr>
        <p:spPr>
          <a:xfrm flipH="1">
            <a:off x="1223372" y="2570404"/>
            <a:ext cx="3632" cy="307599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5" name="Immagine 24">
            <a:extLst>
              <a:ext uri="{FF2B5EF4-FFF2-40B4-BE49-F238E27FC236}">
                <a16:creationId xmlns:a16="http://schemas.microsoft.com/office/drawing/2014/main" id="{7E622C48-7A51-1C88-6592-9C20E3D481D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005360" y="1683646"/>
            <a:ext cx="365497" cy="255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74942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>
            <a:extLst>
              <a:ext uri="{FF2B5EF4-FFF2-40B4-BE49-F238E27FC236}">
                <a16:creationId xmlns:a16="http://schemas.microsoft.com/office/drawing/2014/main" id="{D6FE77B9-F60B-C505-EF58-3B6778A48E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905" y="1196870"/>
            <a:ext cx="11170949" cy="2446194"/>
          </a:xfrm>
          <a:prstGeom prst="rect">
            <a:avLst/>
          </a:prstGeom>
        </p:spPr>
      </p:pic>
      <p:graphicFrame>
        <p:nvGraphicFramePr>
          <p:cNvPr id="9" name="Tabella 8">
            <a:extLst>
              <a:ext uri="{FF2B5EF4-FFF2-40B4-BE49-F238E27FC236}">
                <a16:creationId xmlns:a16="http://schemas.microsoft.com/office/drawing/2014/main" id="{E2C3B8A0-F6D4-1ADE-26F9-5A8DF811E2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4201800"/>
              </p:ext>
            </p:extLst>
          </p:nvPr>
        </p:nvGraphicFramePr>
        <p:xfrm>
          <a:off x="125244" y="3724523"/>
          <a:ext cx="11656269" cy="17637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2871">
                  <a:extLst>
                    <a:ext uri="{9D8B030D-6E8A-4147-A177-3AD203B41FA5}">
                      <a16:colId xmlns:a16="http://schemas.microsoft.com/office/drawing/2014/main" val="1433414030"/>
                    </a:ext>
                  </a:extLst>
                </a:gridCol>
                <a:gridCol w="1227411">
                  <a:extLst>
                    <a:ext uri="{9D8B030D-6E8A-4147-A177-3AD203B41FA5}">
                      <a16:colId xmlns:a16="http://schemas.microsoft.com/office/drawing/2014/main" val="3512117456"/>
                    </a:ext>
                  </a:extLst>
                </a:gridCol>
                <a:gridCol w="1295141">
                  <a:extLst>
                    <a:ext uri="{9D8B030D-6E8A-4147-A177-3AD203B41FA5}">
                      <a16:colId xmlns:a16="http://schemas.microsoft.com/office/drawing/2014/main" val="1607880970"/>
                    </a:ext>
                  </a:extLst>
                </a:gridCol>
                <a:gridCol w="1295141">
                  <a:extLst>
                    <a:ext uri="{9D8B030D-6E8A-4147-A177-3AD203B41FA5}">
                      <a16:colId xmlns:a16="http://schemas.microsoft.com/office/drawing/2014/main" val="423505245"/>
                    </a:ext>
                  </a:extLst>
                </a:gridCol>
                <a:gridCol w="1295141">
                  <a:extLst>
                    <a:ext uri="{9D8B030D-6E8A-4147-A177-3AD203B41FA5}">
                      <a16:colId xmlns:a16="http://schemas.microsoft.com/office/drawing/2014/main" val="3990243399"/>
                    </a:ext>
                  </a:extLst>
                </a:gridCol>
                <a:gridCol w="1295141">
                  <a:extLst>
                    <a:ext uri="{9D8B030D-6E8A-4147-A177-3AD203B41FA5}">
                      <a16:colId xmlns:a16="http://schemas.microsoft.com/office/drawing/2014/main" val="2862609538"/>
                    </a:ext>
                  </a:extLst>
                </a:gridCol>
                <a:gridCol w="1295141">
                  <a:extLst>
                    <a:ext uri="{9D8B030D-6E8A-4147-A177-3AD203B41FA5}">
                      <a16:colId xmlns:a16="http://schemas.microsoft.com/office/drawing/2014/main" val="1727238509"/>
                    </a:ext>
                  </a:extLst>
                </a:gridCol>
                <a:gridCol w="1295141">
                  <a:extLst>
                    <a:ext uri="{9D8B030D-6E8A-4147-A177-3AD203B41FA5}">
                      <a16:colId xmlns:a16="http://schemas.microsoft.com/office/drawing/2014/main" val="62854785"/>
                    </a:ext>
                  </a:extLst>
                </a:gridCol>
                <a:gridCol w="1295141">
                  <a:extLst>
                    <a:ext uri="{9D8B030D-6E8A-4147-A177-3AD203B41FA5}">
                      <a16:colId xmlns:a16="http://schemas.microsoft.com/office/drawing/2014/main" val="806208594"/>
                    </a:ext>
                  </a:extLst>
                </a:gridCol>
              </a:tblGrid>
              <a:tr h="884053">
                <a:tc>
                  <a:txBody>
                    <a:bodyPr/>
                    <a:lstStyle/>
                    <a:p>
                      <a:pPr algn="l"/>
                      <a:endParaRPr lang="it-IT" sz="13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gradFill flip="none" rotWithShape="1">
                      <a:gsLst>
                        <a:gs pos="0">
                          <a:srgbClr val="00B0F0">
                            <a:tint val="66000"/>
                            <a:satMod val="160000"/>
                          </a:srgbClr>
                        </a:gs>
                        <a:gs pos="50000">
                          <a:srgbClr val="00B0F0">
                            <a:tint val="44500"/>
                            <a:satMod val="160000"/>
                          </a:srgbClr>
                        </a:gs>
                        <a:gs pos="100000">
                          <a:srgbClr val="00B0F0">
                            <a:tint val="23500"/>
                            <a:satMod val="160000"/>
                          </a:srgb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✔</a:t>
                      </a:r>
                      <a:endParaRPr lang="it-IT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gradFill flip="none" rotWithShape="1">
                      <a:gsLst>
                        <a:gs pos="0">
                          <a:srgbClr val="00B0F0">
                            <a:tint val="66000"/>
                            <a:satMod val="160000"/>
                          </a:srgbClr>
                        </a:gs>
                        <a:gs pos="50000">
                          <a:srgbClr val="00B0F0">
                            <a:tint val="44500"/>
                            <a:satMod val="160000"/>
                          </a:srgbClr>
                        </a:gs>
                        <a:gs pos="100000">
                          <a:srgbClr val="00B0F0">
                            <a:tint val="23500"/>
                            <a:satMod val="160000"/>
                          </a:srgb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b="1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it-IT" sz="2400" b="1" dirty="0">
                          <a:solidFill>
                            <a:schemeClr val="tx1"/>
                          </a:solidFill>
                        </a:rPr>
                        <a:t>✔</a:t>
                      </a:r>
                      <a:endParaRPr lang="it-IT" sz="2400" dirty="0"/>
                    </a:p>
                  </a:txBody>
                  <a:tcPr>
                    <a:gradFill flip="none" rotWithShape="1">
                      <a:gsLst>
                        <a:gs pos="0">
                          <a:srgbClr val="00B0F0">
                            <a:tint val="66000"/>
                            <a:satMod val="160000"/>
                          </a:srgbClr>
                        </a:gs>
                        <a:gs pos="50000">
                          <a:srgbClr val="00B0F0">
                            <a:tint val="44500"/>
                            <a:satMod val="160000"/>
                          </a:srgbClr>
                        </a:gs>
                        <a:gs pos="100000">
                          <a:srgbClr val="00B0F0">
                            <a:tint val="23500"/>
                            <a:satMod val="160000"/>
                          </a:srgb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endParaRPr lang="it-IT" b="1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it-IT" sz="2400" b="1" dirty="0">
                          <a:solidFill>
                            <a:schemeClr val="tx1"/>
                          </a:solidFill>
                        </a:rPr>
                        <a:t>✔</a:t>
                      </a:r>
                      <a:endParaRPr lang="it-IT" sz="2400" dirty="0"/>
                    </a:p>
                  </a:txBody>
                  <a:tcPr>
                    <a:gradFill flip="none" rotWithShape="1">
                      <a:gsLst>
                        <a:gs pos="0">
                          <a:srgbClr val="00B0F0">
                            <a:tint val="66000"/>
                            <a:satMod val="160000"/>
                          </a:srgbClr>
                        </a:gs>
                        <a:gs pos="50000">
                          <a:srgbClr val="00B0F0">
                            <a:tint val="44500"/>
                            <a:satMod val="160000"/>
                          </a:srgbClr>
                        </a:gs>
                        <a:gs pos="100000">
                          <a:srgbClr val="00B0F0">
                            <a:tint val="23500"/>
                            <a:satMod val="160000"/>
                          </a:srgb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endParaRPr lang="it-IT" b="1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it-IT" sz="2400" b="1" dirty="0">
                          <a:solidFill>
                            <a:schemeClr val="tx1"/>
                          </a:solidFill>
                        </a:rPr>
                        <a:t>✔</a:t>
                      </a:r>
                      <a:r>
                        <a:rPr lang="it-IT" b="1" dirty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it-IT" dirty="0"/>
                    </a:p>
                  </a:txBody>
                  <a:tcPr>
                    <a:gradFill flip="none" rotWithShape="1">
                      <a:gsLst>
                        <a:gs pos="0">
                          <a:srgbClr val="00B0F0">
                            <a:tint val="66000"/>
                            <a:satMod val="160000"/>
                          </a:srgbClr>
                        </a:gs>
                        <a:gs pos="50000">
                          <a:srgbClr val="00B0F0">
                            <a:tint val="44500"/>
                            <a:satMod val="160000"/>
                          </a:srgbClr>
                        </a:gs>
                        <a:gs pos="100000">
                          <a:srgbClr val="00B0F0">
                            <a:tint val="23500"/>
                            <a:satMod val="160000"/>
                          </a:srgb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endParaRPr lang="it-IT" b="1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it-IT" sz="2400" b="1" dirty="0">
                          <a:solidFill>
                            <a:schemeClr val="tx1"/>
                          </a:solidFill>
                        </a:rPr>
                        <a:t>✔</a:t>
                      </a:r>
                      <a:endParaRPr lang="it-IT" sz="2400" dirty="0"/>
                    </a:p>
                  </a:txBody>
                  <a:tcPr>
                    <a:gradFill flip="none" rotWithShape="1">
                      <a:gsLst>
                        <a:gs pos="0">
                          <a:srgbClr val="00B0F0">
                            <a:tint val="66000"/>
                            <a:satMod val="160000"/>
                          </a:srgbClr>
                        </a:gs>
                        <a:gs pos="50000">
                          <a:srgbClr val="00B0F0">
                            <a:tint val="44500"/>
                            <a:satMod val="160000"/>
                          </a:srgbClr>
                        </a:gs>
                        <a:gs pos="100000">
                          <a:srgbClr val="00B0F0">
                            <a:tint val="23500"/>
                            <a:satMod val="160000"/>
                          </a:srgb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endParaRPr lang="it-IT" b="1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it-IT" sz="2400" b="1" dirty="0">
                          <a:solidFill>
                            <a:schemeClr val="tx1"/>
                          </a:solidFill>
                        </a:rPr>
                        <a:t>✔</a:t>
                      </a:r>
                      <a:endParaRPr lang="it-IT" sz="2400" dirty="0"/>
                    </a:p>
                  </a:txBody>
                  <a:tcPr>
                    <a:gradFill flip="none" rotWithShape="1">
                      <a:gsLst>
                        <a:gs pos="0">
                          <a:srgbClr val="00B0F0">
                            <a:tint val="66000"/>
                            <a:satMod val="160000"/>
                          </a:srgbClr>
                        </a:gs>
                        <a:gs pos="50000">
                          <a:srgbClr val="00B0F0">
                            <a:tint val="44500"/>
                            <a:satMod val="160000"/>
                          </a:srgbClr>
                        </a:gs>
                        <a:gs pos="100000">
                          <a:srgbClr val="00B0F0">
                            <a:tint val="23500"/>
                            <a:satMod val="160000"/>
                          </a:srgb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endParaRPr lang="it-IT" b="1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it-IT" sz="2400" b="1" dirty="0">
                          <a:solidFill>
                            <a:schemeClr val="tx1"/>
                          </a:solidFill>
                        </a:rPr>
                        <a:t>✔</a:t>
                      </a:r>
                      <a:endParaRPr lang="it-IT" sz="2400" dirty="0"/>
                    </a:p>
                  </a:txBody>
                  <a:tcPr>
                    <a:gradFill flip="none" rotWithShape="1">
                      <a:gsLst>
                        <a:gs pos="0">
                          <a:srgbClr val="00B0F0">
                            <a:tint val="66000"/>
                            <a:satMod val="160000"/>
                          </a:srgbClr>
                        </a:gs>
                        <a:gs pos="50000">
                          <a:srgbClr val="00B0F0">
                            <a:tint val="44500"/>
                            <a:satMod val="160000"/>
                          </a:srgbClr>
                        </a:gs>
                        <a:gs pos="100000">
                          <a:srgbClr val="00B0F0">
                            <a:tint val="23500"/>
                            <a:satMod val="160000"/>
                          </a:srgb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b="1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it-IT" sz="2400" b="1" dirty="0">
                          <a:solidFill>
                            <a:schemeClr val="tx1"/>
                          </a:solidFill>
                        </a:rPr>
                        <a:t>✔</a:t>
                      </a:r>
                      <a:endParaRPr lang="it-IT" sz="2400" dirty="0"/>
                    </a:p>
                  </a:txBody>
                  <a:tcPr>
                    <a:gradFill flip="none" rotWithShape="1">
                      <a:gsLst>
                        <a:gs pos="0">
                          <a:srgbClr val="00B0F0">
                            <a:tint val="66000"/>
                            <a:satMod val="160000"/>
                          </a:srgbClr>
                        </a:gs>
                        <a:gs pos="50000">
                          <a:srgbClr val="00B0F0">
                            <a:tint val="44500"/>
                            <a:satMod val="160000"/>
                          </a:srgbClr>
                        </a:gs>
                        <a:gs pos="100000">
                          <a:srgbClr val="00B0F0">
                            <a:tint val="23500"/>
                            <a:satMod val="160000"/>
                          </a:srgbClr>
                        </a:gs>
                      </a:gsLst>
                      <a:lin ang="27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980961363"/>
                  </a:ext>
                </a:extLst>
              </a:tr>
              <a:tr h="879666">
                <a:tc>
                  <a:txBody>
                    <a:bodyPr/>
                    <a:lstStyle/>
                    <a:p>
                      <a:endParaRPr lang="it-IT" sz="13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gradFill flip="none" rotWithShape="1">
                      <a:gsLst>
                        <a:gs pos="0">
                          <a:schemeClr val="accent4">
                            <a:lumMod val="5000"/>
                            <a:lumOff val="95000"/>
                          </a:schemeClr>
                        </a:gs>
                        <a:gs pos="74000">
                          <a:schemeClr val="accent4">
                            <a:lumMod val="45000"/>
                            <a:lumOff val="55000"/>
                          </a:schemeClr>
                        </a:gs>
                        <a:gs pos="83000">
                          <a:schemeClr val="accent4">
                            <a:lumMod val="45000"/>
                            <a:lumOff val="55000"/>
                          </a:schemeClr>
                        </a:gs>
                        <a:gs pos="100000">
                          <a:schemeClr val="accent4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endParaRPr lang="it-IT" dirty="0"/>
                    </a:p>
                    <a:p>
                      <a:pPr algn="ctr"/>
                      <a:r>
                        <a:rPr lang="it-IT" sz="2400" b="1" dirty="0">
                          <a:solidFill>
                            <a:schemeClr val="tx1"/>
                          </a:solidFill>
                        </a:rPr>
                        <a:t>✔</a:t>
                      </a:r>
                      <a:endParaRPr lang="it-IT" sz="2400" b="1" dirty="0"/>
                    </a:p>
                  </a:txBody>
                  <a:tcPr>
                    <a:gradFill>
                      <a:gsLst>
                        <a:gs pos="0">
                          <a:schemeClr val="accent4">
                            <a:lumMod val="5000"/>
                            <a:lumOff val="95000"/>
                          </a:schemeClr>
                        </a:gs>
                        <a:gs pos="74000">
                          <a:schemeClr val="accent4">
                            <a:lumMod val="45000"/>
                            <a:lumOff val="55000"/>
                          </a:schemeClr>
                        </a:gs>
                        <a:gs pos="83000">
                          <a:schemeClr val="accent4">
                            <a:lumMod val="45000"/>
                            <a:lumOff val="55000"/>
                          </a:schemeClr>
                        </a:gs>
                        <a:gs pos="100000">
                          <a:schemeClr val="accent4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b="1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it-IT" sz="2400" b="1" dirty="0">
                          <a:solidFill>
                            <a:schemeClr val="tx1"/>
                          </a:solidFill>
                        </a:rPr>
                        <a:t>✔</a:t>
                      </a:r>
                      <a:endParaRPr lang="it-IT" sz="2400" dirty="0"/>
                    </a:p>
                  </a:txBody>
                  <a:tcPr>
                    <a:gradFill>
                      <a:gsLst>
                        <a:gs pos="0">
                          <a:schemeClr val="accent4">
                            <a:lumMod val="5000"/>
                            <a:lumOff val="95000"/>
                          </a:schemeClr>
                        </a:gs>
                        <a:gs pos="74000">
                          <a:schemeClr val="accent4">
                            <a:lumMod val="45000"/>
                            <a:lumOff val="55000"/>
                          </a:schemeClr>
                        </a:gs>
                        <a:gs pos="83000">
                          <a:schemeClr val="accent4">
                            <a:lumMod val="45000"/>
                            <a:lumOff val="55000"/>
                          </a:schemeClr>
                        </a:gs>
                        <a:gs pos="100000">
                          <a:schemeClr val="accent4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>
                    <a:gradFill>
                      <a:gsLst>
                        <a:gs pos="0">
                          <a:schemeClr val="accent4">
                            <a:lumMod val="5000"/>
                            <a:lumOff val="95000"/>
                          </a:schemeClr>
                        </a:gs>
                        <a:gs pos="74000">
                          <a:schemeClr val="accent4">
                            <a:lumMod val="45000"/>
                            <a:lumOff val="55000"/>
                          </a:schemeClr>
                        </a:gs>
                        <a:gs pos="83000">
                          <a:schemeClr val="accent4">
                            <a:lumMod val="45000"/>
                            <a:lumOff val="55000"/>
                          </a:schemeClr>
                        </a:gs>
                        <a:gs pos="100000">
                          <a:schemeClr val="accent4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endParaRPr lang="it-IT" b="1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it-IT" sz="2400" b="1" dirty="0">
                          <a:solidFill>
                            <a:schemeClr val="tx1"/>
                          </a:solidFill>
                        </a:rPr>
                        <a:t>✔</a:t>
                      </a:r>
                      <a:endParaRPr lang="it-IT" sz="2400" dirty="0"/>
                    </a:p>
                  </a:txBody>
                  <a:tcPr>
                    <a:gradFill>
                      <a:gsLst>
                        <a:gs pos="0">
                          <a:schemeClr val="accent4">
                            <a:lumMod val="5000"/>
                            <a:lumOff val="95000"/>
                          </a:schemeClr>
                        </a:gs>
                        <a:gs pos="74000">
                          <a:schemeClr val="accent4">
                            <a:lumMod val="45000"/>
                            <a:lumOff val="55000"/>
                          </a:schemeClr>
                        </a:gs>
                        <a:gs pos="83000">
                          <a:schemeClr val="accent4">
                            <a:lumMod val="45000"/>
                            <a:lumOff val="55000"/>
                          </a:schemeClr>
                        </a:gs>
                        <a:gs pos="100000">
                          <a:schemeClr val="accent4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>
                    <a:gradFill>
                      <a:gsLst>
                        <a:gs pos="0">
                          <a:schemeClr val="accent4">
                            <a:lumMod val="5000"/>
                            <a:lumOff val="95000"/>
                          </a:schemeClr>
                        </a:gs>
                        <a:gs pos="74000">
                          <a:schemeClr val="accent4">
                            <a:lumMod val="45000"/>
                            <a:lumOff val="55000"/>
                          </a:schemeClr>
                        </a:gs>
                        <a:gs pos="83000">
                          <a:schemeClr val="accent4">
                            <a:lumMod val="45000"/>
                            <a:lumOff val="55000"/>
                          </a:schemeClr>
                        </a:gs>
                        <a:gs pos="100000">
                          <a:schemeClr val="accent4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>
                    <a:gradFill>
                      <a:gsLst>
                        <a:gs pos="0">
                          <a:schemeClr val="accent4">
                            <a:lumMod val="5000"/>
                            <a:lumOff val="95000"/>
                          </a:schemeClr>
                        </a:gs>
                        <a:gs pos="74000">
                          <a:schemeClr val="accent4">
                            <a:lumMod val="45000"/>
                            <a:lumOff val="55000"/>
                          </a:schemeClr>
                        </a:gs>
                        <a:gs pos="83000">
                          <a:schemeClr val="accent4">
                            <a:lumMod val="45000"/>
                            <a:lumOff val="55000"/>
                          </a:schemeClr>
                        </a:gs>
                        <a:gs pos="100000">
                          <a:schemeClr val="accent4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>
                    <a:gradFill>
                      <a:gsLst>
                        <a:gs pos="0">
                          <a:schemeClr val="accent4">
                            <a:lumMod val="5000"/>
                            <a:lumOff val="95000"/>
                          </a:schemeClr>
                        </a:gs>
                        <a:gs pos="74000">
                          <a:schemeClr val="accent4">
                            <a:lumMod val="45000"/>
                            <a:lumOff val="55000"/>
                          </a:schemeClr>
                        </a:gs>
                        <a:gs pos="83000">
                          <a:schemeClr val="accent4">
                            <a:lumMod val="45000"/>
                            <a:lumOff val="55000"/>
                          </a:schemeClr>
                        </a:gs>
                        <a:gs pos="100000">
                          <a:schemeClr val="accent4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>
                    <a:gradFill>
                      <a:gsLst>
                        <a:gs pos="0">
                          <a:schemeClr val="accent4">
                            <a:lumMod val="5000"/>
                            <a:lumOff val="95000"/>
                          </a:schemeClr>
                        </a:gs>
                        <a:gs pos="74000">
                          <a:schemeClr val="accent4">
                            <a:lumMod val="45000"/>
                            <a:lumOff val="55000"/>
                          </a:schemeClr>
                        </a:gs>
                        <a:gs pos="83000">
                          <a:schemeClr val="accent4">
                            <a:lumMod val="45000"/>
                            <a:lumOff val="55000"/>
                          </a:schemeClr>
                        </a:gs>
                        <a:gs pos="100000">
                          <a:schemeClr val="accent4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561489651"/>
                  </a:ext>
                </a:extLst>
              </a:tr>
            </a:tbl>
          </a:graphicData>
        </a:graphic>
      </p:graphicFrame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D633EB0F-B375-EF08-B75A-FC80A1F3C597}"/>
              </a:ext>
            </a:extLst>
          </p:cNvPr>
          <p:cNvSpPr txBox="1"/>
          <p:nvPr/>
        </p:nvSpPr>
        <p:spPr>
          <a:xfrm>
            <a:off x="1702274" y="222898"/>
            <a:ext cx="871527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Study design and sampling schedule during TEC treatment</a:t>
            </a:r>
            <a:endParaRPr lang="it-IT" sz="2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Immagine 12">
            <a:extLst>
              <a:ext uri="{FF2B5EF4-FFF2-40B4-BE49-F238E27FC236}">
                <a16:creationId xmlns:a16="http://schemas.microsoft.com/office/drawing/2014/main" id="{3DBE7313-F524-DBEC-A0B6-41389823D66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45420" y="3856842"/>
            <a:ext cx="613950" cy="486278"/>
          </a:xfrm>
          <a:prstGeom prst="rect">
            <a:avLst/>
          </a:prstGeom>
        </p:spPr>
      </p:pic>
      <p:pic>
        <p:nvPicPr>
          <p:cNvPr id="37" name="Immagine 36">
            <a:extLst>
              <a:ext uri="{FF2B5EF4-FFF2-40B4-BE49-F238E27FC236}">
                <a16:creationId xmlns:a16="http://schemas.microsoft.com/office/drawing/2014/main" id="{55EE5933-6D82-CAA3-EE42-D8CFA22FECE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74394" y="4577684"/>
            <a:ext cx="479022" cy="859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9391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sellaDiTesto 8">
            <a:extLst>
              <a:ext uri="{FF2B5EF4-FFF2-40B4-BE49-F238E27FC236}">
                <a16:creationId xmlns:a16="http://schemas.microsoft.com/office/drawing/2014/main" id="{A86C4F4E-B955-14D8-3F0D-4E4B273EB7BC}"/>
              </a:ext>
            </a:extLst>
          </p:cNvPr>
          <p:cNvSpPr txBox="1"/>
          <p:nvPr/>
        </p:nvSpPr>
        <p:spPr>
          <a:xfrm>
            <a:off x="1702274" y="222898"/>
            <a:ext cx="871527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Study design and sampling schedule during TEC treatment</a:t>
            </a:r>
            <a:endParaRPr lang="it-IT" sz="2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9FE78F8B-3816-8D38-80B3-6D32167C7D92}"/>
              </a:ext>
            </a:extLst>
          </p:cNvPr>
          <p:cNvSpPr txBox="1"/>
          <p:nvPr/>
        </p:nvSpPr>
        <p:spPr>
          <a:xfrm>
            <a:off x="946506" y="4857226"/>
            <a:ext cx="273626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 err="1">
                <a:latin typeface="Arial" panose="020B0604020202020204" pitchFamily="34" charset="0"/>
                <a:cs typeface="Arial" panose="020B0604020202020204" pitchFamily="34" charset="0"/>
              </a:rPr>
              <a:t>Diagnosis</a:t>
            </a:r>
            <a:r>
              <a:rPr lang="it-IT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1400" dirty="0" err="1">
                <a:latin typeface="Arial" panose="020B0604020202020204" pitchFamily="34" charset="0"/>
                <a:cs typeface="Arial" panose="020B0604020202020204" pitchFamily="34" charset="0"/>
              </a:rPr>
              <a:t>pre</a:t>
            </a:r>
            <a:r>
              <a:rPr lang="it-IT" sz="1400" dirty="0">
                <a:latin typeface="Arial" panose="020B0604020202020204" pitchFamily="34" charset="0"/>
                <a:cs typeface="Arial" panose="020B0604020202020204" pitchFamily="34" charset="0"/>
              </a:rPr>
              <a:t>-treatment</a:t>
            </a:r>
          </a:p>
          <a:p>
            <a:endParaRPr lang="it-IT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it-IT" sz="1400" dirty="0">
                <a:latin typeface="Arial" panose="020B0604020202020204" pitchFamily="34" charset="0"/>
                <a:cs typeface="Arial" panose="020B0604020202020204" pitchFamily="34" charset="0"/>
              </a:rPr>
              <a:t>Start of TEC treatment</a:t>
            </a:r>
          </a:p>
          <a:p>
            <a:endParaRPr lang="it-IT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it-IT" sz="1400" dirty="0">
                <a:latin typeface="Arial" panose="020B0604020202020204" pitchFamily="34" charset="0"/>
                <a:cs typeface="Arial" panose="020B0604020202020204" pitchFamily="34" charset="0"/>
              </a:rPr>
              <a:t>Follow-up </a:t>
            </a:r>
            <a:r>
              <a:rPr lang="it-IT" sz="1400" dirty="0" err="1">
                <a:latin typeface="Arial" panose="020B0604020202020204" pitchFamily="34" charset="0"/>
                <a:cs typeface="Arial" panose="020B0604020202020204" pitchFamily="34" charset="0"/>
              </a:rPr>
              <a:t>timepoint</a:t>
            </a:r>
            <a:endParaRPr lang="it-IT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Ovale 18">
            <a:extLst>
              <a:ext uri="{FF2B5EF4-FFF2-40B4-BE49-F238E27FC236}">
                <a16:creationId xmlns:a16="http://schemas.microsoft.com/office/drawing/2014/main" id="{40082A1C-CE16-B83A-C0FD-1BAE1E6C57D7}"/>
              </a:ext>
            </a:extLst>
          </p:cNvPr>
          <p:cNvSpPr/>
          <p:nvPr/>
        </p:nvSpPr>
        <p:spPr>
          <a:xfrm>
            <a:off x="729842" y="4937727"/>
            <a:ext cx="157941" cy="174557"/>
          </a:xfrm>
          <a:prstGeom prst="ellipse">
            <a:avLst/>
          </a:prstGeom>
          <a:solidFill>
            <a:srgbClr val="FF00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BD306661-D52D-3163-6E32-32C9766DB70D}"/>
              </a:ext>
            </a:extLst>
          </p:cNvPr>
          <p:cNvSpPr txBox="1"/>
          <p:nvPr/>
        </p:nvSpPr>
        <p:spPr>
          <a:xfrm>
            <a:off x="4031080" y="4857226"/>
            <a:ext cx="4194495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Arial" panose="020B0604020202020204" pitchFamily="34" charset="0"/>
                <a:cs typeface="Arial" panose="020B0604020202020204" pitchFamily="34" charset="0"/>
              </a:rPr>
              <a:t>TEC (</a:t>
            </a:r>
            <a:r>
              <a:rPr lang="it-IT" sz="1400" dirty="0" err="1">
                <a:latin typeface="Arial" panose="020B0604020202020204" pitchFamily="34" charset="0"/>
                <a:cs typeface="Arial" panose="020B0604020202020204" pitchFamily="34" charset="0"/>
              </a:rPr>
              <a:t>daily</a:t>
            </a:r>
            <a:r>
              <a:rPr lang="it-IT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1400" dirty="0" err="1">
                <a:latin typeface="Arial" panose="020B0604020202020204" pitchFamily="34" charset="0"/>
                <a:cs typeface="Arial" panose="020B0604020202020204" pitchFamily="34" charset="0"/>
              </a:rPr>
              <a:t>administration</a:t>
            </a:r>
            <a:r>
              <a:rPr lang="it-IT" sz="1400" dirty="0">
                <a:latin typeface="Arial" panose="020B0604020202020204" pitchFamily="34" charset="0"/>
                <a:cs typeface="Arial" panose="020B0604020202020204" pitchFamily="34" charset="0"/>
              </a:rPr>
              <a:t> from T0 to T36)</a:t>
            </a:r>
          </a:p>
          <a:p>
            <a:endParaRPr lang="it-IT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it-IT" sz="1400" dirty="0">
                <a:latin typeface="Arial" panose="020B0604020202020204" pitchFamily="34" charset="0"/>
                <a:cs typeface="Arial" panose="020B0604020202020204" pitchFamily="34" charset="0"/>
              </a:rPr>
              <a:t>Clinical </a:t>
            </a:r>
            <a:r>
              <a:rPr lang="it-IT" sz="1400" dirty="0" err="1">
                <a:latin typeface="Arial" panose="020B0604020202020204" pitchFamily="34" charset="0"/>
                <a:cs typeface="Arial" panose="020B0604020202020204" pitchFamily="34" charset="0"/>
              </a:rPr>
              <a:t>visit</a:t>
            </a:r>
            <a:endParaRPr lang="it-IT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it-IT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it-IT" sz="1400" dirty="0" err="1">
                <a:latin typeface="Arial" panose="020B0604020202020204" pitchFamily="34" charset="0"/>
                <a:cs typeface="Arial" panose="020B0604020202020204" pitchFamily="34" charset="0"/>
              </a:rPr>
              <a:t>Faecal</a:t>
            </a:r>
            <a:r>
              <a:rPr lang="it-IT" sz="1400" dirty="0">
                <a:latin typeface="Arial" panose="020B0604020202020204" pitchFamily="34" charset="0"/>
                <a:cs typeface="Arial" panose="020B0604020202020204" pitchFamily="34" charset="0"/>
              </a:rPr>
              <a:t> sample </a:t>
            </a:r>
            <a:r>
              <a:rPr lang="it-IT" sz="1400" dirty="0" err="1">
                <a:latin typeface="Arial" panose="020B0604020202020204" pitchFamily="34" charset="0"/>
                <a:cs typeface="Arial" panose="020B0604020202020204" pitchFamily="34" charset="0"/>
              </a:rPr>
              <a:t>collection</a:t>
            </a:r>
            <a:endParaRPr lang="it-IT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Ovale 21">
            <a:extLst>
              <a:ext uri="{FF2B5EF4-FFF2-40B4-BE49-F238E27FC236}">
                <a16:creationId xmlns:a16="http://schemas.microsoft.com/office/drawing/2014/main" id="{BDA990DB-CCF5-4C50-371E-714DB4CE0570}"/>
              </a:ext>
            </a:extLst>
          </p:cNvPr>
          <p:cNvSpPr/>
          <p:nvPr/>
        </p:nvSpPr>
        <p:spPr>
          <a:xfrm>
            <a:off x="729842" y="5354722"/>
            <a:ext cx="157941" cy="174557"/>
          </a:xfrm>
          <a:prstGeom prst="ellipse">
            <a:avLst/>
          </a:prstGeom>
          <a:solidFill>
            <a:srgbClr val="00FF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4" name="Ovale 23">
            <a:extLst>
              <a:ext uri="{FF2B5EF4-FFF2-40B4-BE49-F238E27FC236}">
                <a16:creationId xmlns:a16="http://schemas.microsoft.com/office/drawing/2014/main" id="{8AEAB75D-EE6C-D8A0-CE7A-BCD861EE5ADE}"/>
              </a:ext>
            </a:extLst>
          </p:cNvPr>
          <p:cNvSpPr/>
          <p:nvPr/>
        </p:nvSpPr>
        <p:spPr>
          <a:xfrm>
            <a:off x="729841" y="5771717"/>
            <a:ext cx="157941" cy="174557"/>
          </a:xfrm>
          <a:prstGeom prst="ellipse">
            <a:avLst/>
          </a:prstGeom>
          <a:solidFill>
            <a:srgbClr val="00B0F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26" name="Immagine 25">
            <a:extLst>
              <a:ext uri="{FF2B5EF4-FFF2-40B4-BE49-F238E27FC236}">
                <a16:creationId xmlns:a16="http://schemas.microsoft.com/office/drawing/2014/main" id="{08F9D49E-107F-D077-6909-A0F81B49C77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665583" y="4877835"/>
            <a:ext cx="365497" cy="255058"/>
          </a:xfrm>
          <a:prstGeom prst="rect">
            <a:avLst/>
          </a:prstGeom>
        </p:spPr>
      </p:pic>
      <p:pic>
        <p:nvPicPr>
          <p:cNvPr id="28" name="Immagine 27">
            <a:extLst>
              <a:ext uri="{FF2B5EF4-FFF2-40B4-BE49-F238E27FC236}">
                <a16:creationId xmlns:a16="http://schemas.microsoft.com/office/drawing/2014/main" id="{2ECAEBE9-7DB7-019A-60E3-A4056126419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682767" y="5274221"/>
            <a:ext cx="417169" cy="330418"/>
          </a:xfrm>
          <a:prstGeom prst="rect">
            <a:avLst/>
          </a:prstGeom>
        </p:spPr>
      </p:pic>
      <p:pic>
        <p:nvPicPr>
          <p:cNvPr id="30" name="Immagine 29">
            <a:extLst>
              <a:ext uri="{FF2B5EF4-FFF2-40B4-BE49-F238E27FC236}">
                <a16:creationId xmlns:a16="http://schemas.microsoft.com/office/drawing/2014/main" id="{3B956039-CD72-E052-D49A-23E61277020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3665583" y="5650721"/>
            <a:ext cx="249093" cy="446720"/>
          </a:xfrm>
          <a:prstGeom prst="rect">
            <a:avLst/>
          </a:prstGeom>
        </p:spPr>
      </p:pic>
      <p:sp>
        <p:nvSpPr>
          <p:cNvPr id="31" name="Rettangolo con angoli arrotondati 30">
            <a:extLst>
              <a:ext uri="{FF2B5EF4-FFF2-40B4-BE49-F238E27FC236}">
                <a16:creationId xmlns:a16="http://schemas.microsoft.com/office/drawing/2014/main" id="{F6CD3A29-4558-0616-C7B8-4195996A3DF7}"/>
              </a:ext>
            </a:extLst>
          </p:cNvPr>
          <p:cNvSpPr/>
          <p:nvPr/>
        </p:nvSpPr>
        <p:spPr>
          <a:xfrm>
            <a:off x="530527" y="4748169"/>
            <a:ext cx="6994398" cy="1456046"/>
          </a:xfrm>
          <a:prstGeom prst="round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D3019CAC-0D8B-F0E4-42FE-655AB8A6DB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2557" y="2889942"/>
            <a:ext cx="11305187" cy="1658913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A1021169-A591-C72B-E5F7-67D3C329BF3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4434" b="3187"/>
          <a:stretch>
            <a:fillRect/>
          </a:stretch>
        </p:blipFill>
        <p:spPr>
          <a:xfrm>
            <a:off x="1354315" y="721236"/>
            <a:ext cx="10185413" cy="2098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79087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22EF21-A48C-BACD-9496-B01729518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sellaDiTesto 8">
            <a:extLst>
              <a:ext uri="{FF2B5EF4-FFF2-40B4-BE49-F238E27FC236}">
                <a16:creationId xmlns:a16="http://schemas.microsoft.com/office/drawing/2014/main" id="{ACC65A7F-63EC-7509-90A4-2026E99F8B8F}"/>
              </a:ext>
            </a:extLst>
          </p:cNvPr>
          <p:cNvSpPr txBox="1"/>
          <p:nvPr/>
        </p:nvSpPr>
        <p:spPr>
          <a:xfrm>
            <a:off x="1702274" y="222898"/>
            <a:ext cx="871527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Study design and sampling schedule during TEC treatment</a:t>
            </a:r>
            <a:endParaRPr lang="it-IT" sz="2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10109DCA-901B-FC28-8ACD-41C8E0CBCE68}"/>
              </a:ext>
            </a:extLst>
          </p:cNvPr>
          <p:cNvSpPr txBox="1"/>
          <p:nvPr/>
        </p:nvSpPr>
        <p:spPr>
          <a:xfrm>
            <a:off x="946506" y="4857226"/>
            <a:ext cx="273626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 err="1">
                <a:latin typeface="Arial" panose="020B0604020202020204" pitchFamily="34" charset="0"/>
                <a:cs typeface="Arial" panose="020B0604020202020204" pitchFamily="34" charset="0"/>
              </a:rPr>
              <a:t>Diagnosis</a:t>
            </a:r>
            <a:r>
              <a:rPr lang="it-IT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1400" dirty="0" err="1">
                <a:latin typeface="Arial" panose="020B0604020202020204" pitchFamily="34" charset="0"/>
                <a:cs typeface="Arial" panose="020B0604020202020204" pitchFamily="34" charset="0"/>
              </a:rPr>
              <a:t>pre</a:t>
            </a:r>
            <a:r>
              <a:rPr lang="it-IT" sz="1400" dirty="0">
                <a:latin typeface="Arial" panose="020B0604020202020204" pitchFamily="34" charset="0"/>
                <a:cs typeface="Arial" panose="020B0604020202020204" pitchFamily="34" charset="0"/>
              </a:rPr>
              <a:t>-treatment</a:t>
            </a:r>
          </a:p>
          <a:p>
            <a:endParaRPr lang="it-IT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it-IT" sz="1400" dirty="0">
                <a:latin typeface="Arial" panose="020B0604020202020204" pitchFamily="34" charset="0"/>
                <a:cs typeface="Arial" panose="020B0604020202020204" pitchFamily="34" charset="0"/>
              </a:rPr>
              <a:t>Start of TEC treatment</a:t>
            </a:r>
          </a:p>
          <a:p>
            <a:endParaRPr lang="it-IT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it-IT" sz="1400" dirty="0">
                <a:latin typeface="Arial" panose="020B0604020202020204" pitchFamily="34" charset="0"/>
                <a:cs typeface="Arial" panose="020B0604020202020204" pitchFamily="34" charset="0"/>
              </a:rPr>
              <a:t>Follow-up </a:t>
            </a:r>
            <a:r>
              <a:rPr lang="it-IT" sz="1400" dirty="0" err="1">
                <a:latin typeface="Arial" panose="020B0604020202020204" pitchFamily="34" charset="0"/>
                <a:cs typeface="Arial" panose="020B0604020202020204" pitchFamily="34" charset="0"/>
              </a:rPr>
              <a:t>timepoint</a:t>
            </a:r>
            <a:endParaRPr lang="it-IT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Ovale 18">
            <a:extLst>
              <a:ext uri="{FF2B5EF4-FFF2-40B4-BE49-F238E27FC236}">
                <a16:creationId xmlns:a16="http://schemas.microsoft.com/office/drawing/2014/main" id="{12F0AD7B-1879-D5AB-23ED-0DD8A475A595}"/>
              </a:ext>
            </a:extLst>
          </p:cNvPr>
          <p:cNvSpPr/>
          <p:nvPr/>
        </p:nvSpPr>
        <p:spPr>
          <a:xfrm>
            <a:off x="729842" y="4937727"/>
            <a:ext cx="157941" cy="174557"/>
          </a:xfrm>
          <a:prstGeom prst="ellipse">
            <a:avLst/>
          </a:prstGeom>
          <a:solidFill>
            <a:srgbClr val="FF00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C104B78B-DA9F-4D45-D8F9-59EB705148A4}"/>
              </a:ext>
            </a:extLst>
          </p:cNvPr>
          <p:cNvSpPr txBox="1"/>
          <p:nvPr/>
        </p:nvSpPr>
        <p:spPr>
          <a:xfrm>
            <a:off x="4031080" y="4857226"/>
            <a:ext cx="4194495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Arial" panose="020B0604020202020204" pitchFamily="34" charset="0"/>
                <a:cs typeface="Arial" panose="020B0604020202020204" pitchFamily="34" charset="0"/>
              </a:rPr>
              <a:t>TEC (</a:t>
            </a:r>
            <a:r>
              <a:rPr lang="it-IT" sz="1400" dirty="0" err="1">
                <a:latin typeface="Arial" panose="020B0604020202020204" pitchFamily="34" charset="0"/>
                <a:cs typeface="Arial" panose="020B0604020202020204" pitchFamily="34" charset="0"/>
              </a:rPr>
              <a:t>daily</a:t>
            </a:r>
            <a:r>
              <a:rPr lang="it-IT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1400" dirty="0" err="1">
                <a:latin typeface="Arial" panose="020B0604020202020204" pitchFamily="34" charset="0"/>
                <a:cs typeface="Arial" panose="020B0604020202020204" pitchFamily="34" charset="0"/>
              </a:rPr>
              <a:t>administration</a:t>
            </a:r>
            <a:r>
              <a:rPr lang="it-IT" sz="1400" dirty="0">
                <a:latin typeface="Arial" panose="020B0604020202020204" pitchFamily="34" charset="0"/>
                <a:cs typeface="Arial" panose="020B0604020202020204" pitchFamily="34" charset="0"/>
              </a:rPr>
              <a:t> from T0 to T36)</a:t>
            </a:r>
          </a:p>
          <a:p>
            <a:endParaRPr lang="it-IT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it-IT" sz="1400" dirty="0">
                <a:latin typeface="Arial" panose="020B0604020202020204" pitchFamily="34" charset="0"/>
                <a:cs typeface="Arial" panose="020B0604020202020204" pitchFamily="34" charset="0"/>
              </a:rPr>
              <a:t>Clinical </a:t>
            </a:r>
            <a:r>
              <a:rPr lang="it-IT" sz="1400" dirty="0" err="1">
                <a:latin typeface="Arial" panose="020B0604020202020204" pitchFamily="34" charset="0"/>
                <a:cs typeface="Arial" panose="020B0604020202020204" pitchFamily="34" charset="0"/>
              </a:rPr>
              <a:t>visit</a:t>
            </a:r>
            <a:endParaRPr lang="it-IT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it-IT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it-IT" sz="1400" dirty="0" err="1">
                <a:latin typeface="Arial" panose="020B0604020202020204" pitchFamily="34" charset="0"/>
                <a:cs typeface="Arial" panose="020B0604020202020204" pitchFamily="34" charset="0"/>
              </a:rPr>
              <a:t>Faecal</a:t>
            </a:r>
            <a:r>
              <a:rPr lang="it-IT" sz="1400" dirty="0">
                <a:latin typeface="Arial" panose="020B0604020202020204" pitchFamily="34" charset="0"/>
                <a:cs typeface="Arial" panose="020B0604020202020204" pitchFamily="34" charset="0"/>
              </a:rPr>
              <a:t> sample </a:t>
            </a:r>
            <a:r>
              <a:rPr lang="it-IT" sz="1400" dirty="0" err="1">
                <a:latin typeface="Arial" panose="020B0604020202020204" pitchFamily="34" charset="0"/>
                <a:cs typeface="Arial" panose="020B0604020202020204" pitchFamily="34" charset="0"/>
              </a:rPr>
              <a:t>collection</a:t>
            </a:r>
            <a:endParaRPr lang="it-IT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Ovale 21">
            <a:extLst>
              <a:ext uri="{FF2B5EF4-FFF2-40B4-BE49-F238E27FC236}">
                <a16:creationId xmlns:a16="http://schemas.microsoft.com/office/drawing/2014/main" id="{74882B00-621F-88C3-5C51-97BCEA514DCE}"/>
              </a:ext>
            </a:extLst>
          </p:cNvPr>
          <p:cNvSpPr/>
          <p:nvPr/>
        </p:nvSpPr>
        <p:spPr>
          <a:xfrm>
            <a:off x="729842" y="5354722"/>
            <a:ext cx="157941" cy="174557"/>
          </a:xfrm>
          <a:prstGeom prst="ellipse">
            <a:avLst/>
          </a:prstGeom>
          <a:solidFill>
            <a:srgbClr val="00FF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4" name="Ovale 23">
            <a:extLst>
              <a:ext uri="{FF2B5EF4-FFF2-40B4-BE49-F238E27FC236}">
                <a16:creationId xmlns:a16="http://schemas.microsoft.com/office/drawing/2014/main" id="{9B1FECC7-0BDB-893E-DA63-97B6CE68F20C}"/>
              </a:ext>
            </a:extLst>
          </p:cNvPr>
          <p:cNvSpPr/>
          <p:nvPr/>
        </p:nvSpPr>
        <p:spPr>
          <a:xfrm>
            <a:off x="729841" y="5771717"/>
            <a:ext cx="157941" cy="174557"/>
          </a:xfrm>
          <a:prstGeom prst="ellipse">
            <a:avLst/>
          </a:prstGeom>
          <a:solidFill>
            <a:srgbClr val="00B0F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26" name="Immagine 25">
            <a:extLst>
              <a:ext uri="{FF2B5EF4-FFF2-40B4-BE49-F238E27FC236}">
                <a16:creationId xmlns:a16="http://schemas.microsoft.com/office/drawing/2014/main" id="{CDA76302-74D8-DE66-0CAE-AC113CA4954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665583" y="4877835"/>
            <a:ext cx="365497" cy="255058"/>
          </a:xfrm>
          <a:prstGeom prst="rect">
            <a:avLst/>
          </a:prstGeom>
        </p:spPr>
      </p:pic>
      <p:pic>
        <p:nvPicPr>
          <p:cNvPr id="28" name="Immagine 27">
            <a:extLst>
              <a:ext uri="{FF2B5EF4-FFF2-40B4-BE49-F238E27FC236}">
                <a16:creationId xmlns:a16="http://schemas.microsoft.com/office/drawing/2014/main" id="{9E81EAFE-5AC7-D622-E84F-F058A9A8691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682767" y="5274221"/>
            <a:ext cx="417169" cy="330418"/>
          </a:xfrm>
          <a:prstGeom prst="rect">
            <a:avLst/>
          </a:prstGeom>
        </p:spPr>
      </p:pic>
      <p:pic>
        <p:nvPicPr>
          <p:cNvPr id="30" name="Immagine 29">
            <a:extLst>
              <a:ext uri="{FF2B5EF4-FFF2-40B4-BE49-F238E27FC236}">
                <a16:creationId xmlns:a16="http://schemas.microsoft.com/office/drawing/2014/main" id="{07FC5480-99CC-6E62-866A-CB964DFB0DE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3665583" y="5650721"/>
            <a:ext cx="249093" cy="446720"/>
          </a:xfrm>
          <a:prstGeom prst="rect">
            <a:avLst/>
          </a:prstGeom>
        </p:spPr>
      </p:pic>
      <p:sp>
        <p:nvSpPr>
          <p:cNvPr id="31" name="Rettangolo con angoli arrotondati 30">
            <a:extLst>
              <a:ext uri="{FF2B5EF4-FFF2-40B4-BE49-F238E27FC236}">
                <a16:creationId xmlns:a16="http://schemas.microsoft.com/office/drawing/2014/main" id="{7A71D8D6-D919-F55E-6A13-7DA88C746DE2}"/>
              </a:ext>
            </a:extLst>
          </p:cNvPr>
          <p:cNvSpPr/>
          <p:nvPr/>
        </p:nvSpPr>
        <p:spPr>
          <a:xfrm>
            <a:off x="530527" y="4748169"/>
            <a:ext cx="6994398" cy="1456046"/>
          </a:xfrm>
          <a:prstGeom prst="round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98AAF5F6-6FCD-DC80-ECB1-992734654DE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4434" b="3187"/>
          <a:stretch>
            <a:fillRect/>
          </a:stretch>
        </p:blipFill>
        <p:spPr>
          <a:xfrm>
            <a:off x="1354315" y="721236"/>
            <a:ext cx="10185413" cy="2098042"/>
          </a:xfrm>
          <a:prstGeom prst="rect">
            <a:avLst/>
          </a:prstGeom>
        </p:spPr>
      </p:pic>
      <p:pic>
        <p:nvPicPr>
          <p:cNvPr id="3" name="Immagine 2">
            <a:extLst>
              <a:ext uri="{FF2B5EF4-FFF2-40B4-BE49-F238E27FC236}">
                <a16:creationId xmlns:a16="http://schemas.microsoft.com/office/drawing/2014/main" id="{4929C6DD-1BCC-9FD2-E82D-88946D92867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8718" y="2879107"/>
            <a:ext cx="10854563" cy="1587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8391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magine 7">
            <a:extLst>
              <a:ext uri="{FF2B5EF4-FFF2-40B4-BE49-F238E27FC236}">
                <a16:creationId xmlns:a16="http://schemas.microsoft.com/office/drawing/2014/main" id="{1E91FF3C-CF34-0049-38D5-2159A5C376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666"/>
          <a:stretch>
            <a:fillRect/>
          </a:stretch>
        </p:blipFill>
        <p:spPr>
          <a:xfrm>
            <a:off x="415119" y="91440"/>
            <a:ext cx="11361761" cy="6766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98647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874534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1117</TotalTime>
  <Words>153</Words>
  <Application>Microsoft Office PowerPoint</Application>
  <PresentationFormat>Widescreen</PresentationFormat>
  <Paragraphs>78</Paragraphs>
  <Slides>7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Gianluca Crepaldi</dc:creator>
  <cp:lastModifiedBy>Aurelia Bagetto</cp:lastModifiedBy>
  <cp:revision>11</cp:revision>
  <dcterms:created xsi:type="dcterms:W3CDTF">2026-09-21T18:40:08Z</dcterms:created>
  <dcterms:modified xsi:type="dcterms:W3CDTF">2026-09-24T14:20:09Z</dcterms:modified>
</cp:coreProperties>
</file>